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9"/>
  </p:notesMasterIdLst>
  <p:sldIdLst>
    <p:sldId id="256" r:id="rId2"/>
    <p:sldId id="285" r:id="rId3"/>
    <p:sldId id="286" r:id="rId4"/>
    <p:sldId id="283" r:id="rId5"/>
    <p:sldId id="282" r:id="rId6"/>
    <p:sldId id="288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77877-FFCA-45C0-BC67-27BFCC529F31}" v="73" dt="2024-09-29T19:22:37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702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0E777877-FFCA-45C0-BC67-27BFCC529F31}"/>
    <pc:docChg chg="undo custSel addSld delSld modSld sldOrd">
      <pc:chgData name="Guilherme Macario" userId="f7d209c4a899cfcf" providerId="LiveId" clId="{0E777877-FFCA-45C0-BC67-27BFCC529F31}" dt="2024-09-29T19:22:37.836" v="874"/>
      <pc:docMkLst>
        <pc:docMk/>
      </pc:docMkLst>
      <pc:sldChg chg="addSp delSp modSp mod modTransition delAnim modAnim">
        <pc:chgData name="Guilherme Macario" userId="f7d209c4a899cfcf" providerId="LiveId" clId="{0E777877-FFCA-45C0-BC67-27BFCC529F31}" dt="2024-09-29T18:54:30.036" v="513"/>
        <pc:sldMkLst>
          <pc:docMk/>
          <pc:sldMk cId="3865097445" sldId="256"/>
        </pc:sldMkLst>
        <pc:picChg chg="add del mod">
          <ac:chgData name="Guilherme Macario" userId="f7d209c4a899cfcf" providerId="LiveId" clId="{0E777877-FFCA-45C0-BC67-27BFCC529F31}" dt="2024-06-14T19:12:35.598" v="147"/>
          <ac:picMkLst>
            <pc:docMk/>
            <pc:sldMk cId="3865097445" sldId="256"/>
            <ac:picMk id="3" creationId="{176CBCB9-1F1A-250A-BA9A-53D5E5621E69}"/>
          </ac:picMkLst>
        </pc:picChg>
        <pc:picChg chg="add del mod">
          <ac:chgData name="Guilherme Macario" userId="f7d209c4a899cfcf" providerId="LiveId" clId="{0E777877-FFCA-45C0-BC67-27BFCC529F31}" dt="2024-06-14T19:12:37.800" v="149"/>
          <ac:picMkLst>
            <pc:docMk/>
            <pc:sldMk cId="3865097445" sldId="256"/>
            <ac:picMk id="4" creationId="{A0789A45-945B-0E90-6A7F-7D370242A5A4}"/>
          </ac:picMkLst>
        </pc:picChg>
        <pc:picChg chg="add del mod">
          <ac:chgData name="Guilherme Macario" userId="f7d209c4a899cfcf" providerId="LiveId" clId="{0E777877-FFCA-45C0-BC67-27BFCC529F31}" dt="2024-09-29T18:54:30.036" v="513"/>
          <ac:picMkLst>
            <pc:docMk/>
            <pc:sldMk cId="3865097445" sldId="256"/>
            <ac:picMk id="10" creationId="{26F766A4-D76E-96DF-D0E3-BE3C41D69A15}"/>
          </ac:picMkLst>
        </pc:picChg>
        <pc:picChg chg="add mod">
          <ac:chgData name="Guilherme Macario" userId="f7d209c4a899cfcf" providerId="LiveId" clId="{0E777877-FFCA-45C0-BC67-27BFCC529F31}" dt="2024-09-29T18:54:30.036" v="513"/>
          <ac:picMkLst>
            <pc:docMk/>
            <pc:sldMk cId="3865097445" sldId="256"/>
            <ac:picMk id="11" creationId="{19EB7223-6511-3E8F-821D-925333B8F751}"/>
          </ac:picMkLst>
        </pc:picChg>
        <pc:picChg chg="add del mod ord">
          <ac:chgData name="Guilherme Macario" userId="f7d209c4a899cfcf" providerId="LiveId" clId="{0E777877-FFCA-45C0-BC67-27BFCC529F31}" dt="2024-06-14T19:12:47.936" v="150"/>
          <ac:picMkLst>
            <pc:docMk/>
            <pc:sldMk cId="3865097445" sldId="256"/>
            <ac:picMk id="11" creationId="{74C248FD-8662-C763-F0F0-EAEE1F61CC1A}"/>
          </ac:picMkLst>
        </pc:picChg>
        <pc:picChg chg="add del mod">
          <ac:chgData name="Guilherme Macario" userId="f7d209c4a899cfcf" providerId="LiveId" clId="{0E777877-FFCA-45C0-BC67-27BFCC529F31}" dt="2024-09-29T18:41:16.515" v="352" actId="478"/>
          <ac:picMkLst>
            <pc:docMk/>
            <pc:sldMk cId="3865097445" sldId="256"/>
            <ac:picMk id="12" creationId="{5EDAF6B7-EDB2-32B8-AFD6-2CE8389EF508}"/>
          </ac:picMkLst>
        </pc:picChg>
      </pc:sldChg>
      <pc:sldChg chg="del">
        <pc:chgData name="Guilherme Macario" userId="f7d209c4a899cfcf" providerId="LiveId" clId="{0E777877-FFCA-45C0-BC67-27BFCC529F31}" dt="2024-06-14T18:53:49.902" v="0" actId="47"/>
        <pc:sldMkLst>
          <pc:docMk/>
          <pc:sldMk cId="1534870714" sldId="280"/>
        </pc:sldMkLst>
      </pc:sldChg>
      <pc:sldChg chg="del">
        <pc:chgData name="Guilherme Macario" userId="f7d209c4a899cfcf" providerId="LiveId" clId="{0E777877-FFCA-45C0-BC67-27BFCC529F31}" dt="2024-06-14T18:53:50.901" v="1" actId="47"/>
        <pc:sldMkLst>
          <pc:docMk/>
          <pc:sldMk cId="232099763" sldId="281"/>
        </pc:sldMkLst>
      </pc:sldChg>
      <pc:sldChg chg="add del">
        <pc:chgData name="Guilherme Macario" userId="f7d209c4a899cfcf" providerId="LiveId" clId="{0E777877-FFCA-45C0-BC67-27BFCC529F31}" dt="2024-09-29T18:55:50.613" v="524" actId="2696"/>
        <pc:sldMkLst>
          <pc:docMk/>
          <pc:sldMk cId="3406820312" sldId="281"/>
        </pc:sldMkLst>
      </pc:sldChg>
      <pc:sldChg chg="addSp delSp modSp mod ord modTransition delAnim">
        <pc:chgData name="Guilherme Macario" userId="f7d209c4a899cfcf" providerId="LiveId" clId="{0E777877-FFCA-45C0-BC67-27BFCC529F31}" dt="2024-09-29T19:21:04.219" v="868"/>
        <pc:sldMkLst>
          <pc:docMk/>
          <pc:sldMk cId="3923225915" sldId="282"/>
        </pc:sldMkLst>
        <pc:spChg chg="add del mod">
          <ac:chgData name="Guilherme Macario" userId="f7d209c4a899cfcf" providerId="LiveId" clId="{0E777877-FFCA-45C0-BC67-27BFCC529F31}" dt="2024-06-14T19:00:00.488" v="9" actId="478"/>
          <ac:spMkLst>
            <pc:docMk/>
            <pc:sldMk cId="3923225915" sldId="282"/>
            <ac:spMk id="3" creationId="{56572F20-AA04-A042-891F-9210BD12EBDC}"/>
          </ac:spMkLst>
        </pc:spChg>
        <pc:spChg chg="add del mod">
          <ac:chgData name="Guilherme Macario" userId="f7d209c4a899cfcf" providerId="LiveId" clId="{0E777877-FFCA-45C0-BC67-27BFCC529F31}" dt="2024-06-14T19:00:06.396" v="11" actId="478"/>
          <ac:spMkLst>
            <pc:docMk/>
            <pc:sldMk cId="3923225915" sldId="282"/>
            <ac:spMk id="5" creationId="{F28EEB02-D7D7-CB0F-E634-63DF04FE5E64}"/>
          </ac:spMkLst>
        </pc:spChg>
        <pc:spChg chg="add del mod">
          <ac:chgData name="Guilherme Macario" userId="f7d209c4a899cfcf" providerId="LiveId" clId="{0E777877-FFCA-45C0-BC67-27BFCC529F31}" dt="2024-09-29T19:07:02.899" v="633" actId="478"/>
          <ac:spMkLst>
            <pc:docMk/>
            <pc:sldMk cId="3923225915" sldId="282"/>
            <ac:spMk id="6" creationId="{429C4C6D-5AE8-FAFB-07EF-C52556886497}"/>
          </ac:spMkLst>
        </pc:spChg>
        <pc:spChg chg="del mod">
          <ac:chgData name="Guilherme Macario" userId="f7d209c4a899cfcf" providerId="LiveId" clId="{0E777877-FFCA-45C0-BC67-27BFCC529F31}" dt="2024-09-29T19:11:52.115" v="758" actId="478"/>
          <ac:spMkLst>
            <pc:docMk/>
            <pc:sldMk cId="3923225915" sldId="282"/>
            <ac:spMk id="7" creationId="{64731EF9-EE25-9E4B-52F1-6B358803DF6D}"/>
          </ac:spMkLst>
        </pc:spChg>
        <pc:spChg chg="add del mod">
          <ac:chgData name="Guilherme Macario" userId="f7d209c4a899cfcf" providerId="LiveId" clId="{0E777877-FFCA-45C0-BC67-27BFCC529F31}" dt="2024-09-29T19:17:44.231" v="859" actId="478"/>
          <ac:spMkLst>
            <pc:docMk/>
            <pc:sldMk cId="3923225915" sldId="282"/>
            <ac:spMk id="12" creationId="{C5B97BD3-5B36-6781-6A2D-851B68A4192B}"/>
          </ac:spMkLst>
        </pc:spChg>
        <pc:graphicFrameChg chg="del mod">
          <ac:chgData name="Guilherme Macario" userId="f7d209c4a899cfcf" providerId="LiveId" clId="{0E777877-FFCA-45C0-BC67-27BFCC529F31}" dt="2024-06-14T19:00:03.336" v="10" actId="478"/>
          <ac:graphicFrameMkLst>
            <pc:docMk/>
            <pc:sldMk cId="3923225915" sldId="282"/>
            <ac:graphicFrameMk id="13" creationId="{82C27806-0E55-E632-8A2C-00DB1AF161BD}"/>
          </ac:graphicFrameMkLst>
        </pc:graphicFrameChg>
        <pc:graphicFrameChg chg="del">
          <ac:chgData name="Guilherme Macario" userId="f7d209c4a899cfcf" providerId="LiveId" clId="{0E777877-FFCA-45C0-BC67-27BFCC529F31}" dt="2024-06-14T18:59:57.986" v="8" actId="478"/>
          <ac:graphicFrameMkLst>
            <pc:docMk/>
            <pc:sldMk cId="3923225915" sldId="282"/>
            <ac:graphicFrameMk id="14" creationId="{361400AC-8C47-7D46-C555-3BEFAAEB52D6}"/>
          </ac:graphicFrameMkLst>
        </pc:graphicFrameChg>
        <pc:picChg chg="add mod">
          <ac:chgData name="Guilherme Macario" userId="f7d209c4a899cfcf" providerId="LiveId" clId="{0E777877-FFCA-45C0-BC67-27BFCC529F31}" dt="2024-09-29T19:10:38.940" v="738" actId="14100"/>
          <ac:picMkLst>
            <pc:docMk/>
            <pc:sldMk cId="3923225915" sldId="282"/>
            <ac:picMk id="3" creationId="{198F6E36-B554-5229-388D-2DA5E9E6AB66}"/>
          </ac:picMkLst>
        </pc:picChg>
        <pc:picChg chg="add mod">
          <ac:chgData name="Guilherme Macario" userId="f7d209c4a899cfcf" providerId="LiveId" clId="{0E777877-FFCA-45C0-BC67-27BFCC529F31}" dt="2024-09-29T19:10:23.943" v="732" actId="1076"/>
          <ac:picMkLst>
            <pc:docMk/>
            <pc:sldMk cId="3923225915" sldId="282"/>
            <ac:picMk id="5" creationId="{6DCC31A1-715D-623A-B7A8-816A2B14D261}"/>
          </ac:picMkLst>
        </pc:picChg>
        <pc:picChg chg="add mod">
          <ac:chgData name="Guilherme Macario" userId="f7d209c4a899cfcf" providerId="LiveId" clId="{0E777877-FFCA-45C0-BC67-27BFCC529F31}" dt="2024-09-29T19:10:33.376" v="736" actId="14100"/>
          <ac:picMkLst>
            <pc:docMk/>
            <pc:sldMk cId="3923225915" sldId="282"/>
            <ac:picMk id="9" creationId="{4CB8F1F6-BE00-E1FB-32CA-A833607EDC60}"/>
          </ac:picMkLst>
        </pc:picChg>
        <pc:picChg chg="add del mod">
          <ac:chgData name="Guilherme Macario" userId="f7d209c4a899cfcf" providerId="LiveId" clId="{0E777877-FFCA-45C0-BC67-27BFCC529F31}" dt="2024-06-14T19:16:34.349" v="162"/>
          <ac:picMkLst>
            <pc:docMk/>
            <pc:sldMk cId="3923225915" sldId="282"/>
            <ac:picMk id="10" creationId="{57E5B913-C60B-E15A-4677-5E47BA43C05C}"/>
          </ac:picMkLst>
        </pc:picChg>
        <pc:picChg chg="add del mod">
          <ac:chgData name="Guilherme Macario" userId="f7d209c4a899cfcf" providerId="LiveId" clId="{0E777877-FFCA-45C0-BC67-27BFCC529F31}" dt="2024-09-29T18:55:44.243" v="522" actId="478"/>
          <ac:picMkLst>
            <pc:docMk/>
            <pc:sldMk cId="3923225915" sldId="282"/>
            <ac:picMk id="11" creationId="{8F1B8E31-05E6-F76E-226B-CB7492A31FFB}"/>
          </ac:picMkLst>
        </pc:picChg>
        <pc:picChg chg="add del mod">
          <ac:chgData name="Guilherme Macario" userId="f7d209c4a899cfcf" providerId="LiveId" clId="{0E777877-FFCA-45C0-BC67-27BFCC529F31}" dt="2024-09-29T19:21:04.219" v="868"/>
          <ac:picMkLst>
            <pc:docMk/>
            <pc:sldMk cId="3923225915" sldId="282"/>
            <ac:picMk id="14" creationId="{76154D6C-3877-64F9-E53E-9613740A0159}"/>
          </ac:picMkLst>
        </pc:picChg>
        <pc:picChg chg="add mod">
          <ac:chgData name="Guilherme Macario" userId="f7d209c4a899cfcf" providerId="LiveId" clId="{0E777877-FFCA-45C0-BC67-27BFCC529F31}" dt="2024-09-29T19:21:04.219" v="868"/>
          <ac:picMkLst>
            <pc:docMk/>
            <pc:sldMk cId="3923225915" sldId="282"/>
            <ac:picMk id="15" creationId="{354B6D48-1205-0EC8-CC77-809CF8C8157E}"/>
          </ac:picMkLst>
        </pc:picChg>
      </pc:sldChg>
      <pc:sldChg chg="addSp delSp modSp mod modTransition delAnim">
        <pc:chgData name="Guilherme Macario" userId="f7d209c4a899cfcf" providerId="LiveId" clId="{0E777877-FFCA-45C0-BC67-27BFCC529F31}" dt="2024-09-29T19:19:31.653" v="865"/>
        <pc:sldMkLst>
          <pc:docMk/>
          <pc:sldMk cId="2077531642" sldId="283"/>
        </pc:sldMkLst>
        <pc:spChg chg="add del mod">
          <ac:chgData name="Guilherme Macario" userId="f7d209c4a899cfcf" providerId="LiveId" clId="{0E777877-FFCA-45C0-BC67-27BFCC529F31}" dt="2024-09-29T19:05:10.269" v="576" actId="478"/>
          <ac:spMkLst>
            <pc:docMk/>
            <pc:sldMk cId="2077531642" sldId="283"/>
            <ac:spMk id="2" creationId="{B6AA5F37-FD27-9118-86C6-E3AA993CBA62}"/>
          </ac:spMkLst>
        </pc:spChg>
        <pc:spChg chg="del">
          <ac:chgData name="Guilherme Macario" userId="f7d209c4a899cfcf" providerId="LiveId" clId="{0E777877-FFCA-45C0-BC67-27BFCC529F31}" dt="2024-06-14T19:00:36.279" v="41" actId="478"/>
          <ac:spMkLst>
            <pc:docMk/>
            <pc:sldMk cId="2077531642" sldId="283"/>
            <ac:spMk id="13" creationId="{0492D987-4175-F142-2B47-3BB84D0F501D}"/>
          </ac:spMkLst>
        </pc:spChg>
        <pc:spChg chg="del mod">
          <ac:chgData name="Guilherme Macario" userId="f7d209c4a899cfcf" providerId="LiveId" clId="{0E777877-FFCA-45C0-BC67-27BFCC529F31}" dt="2024-06-14T19:00:37.258" v="43" actId="478"/>
          <ac:spMkLst>
            <pc:docMk/>
            <pc:sldMk cId="2077531642" sldId="283"/>
            <ac:spMk id="30" creationId="{8D68701F-5781-C411-A915-42726197BCB8}"/>
          </ac:spMkLst>
        </pc:spChg>
        <pc:spChg chg="del">
          <ac:chgData name="Guilherme Macario" userId="f7d209c4a899cfcf" providerId="LiveId" clId="{0E777877-FFCA-45C0-BC67-27BFCC529F31}" dt="2024-06-14T19:00:40.205" v="46" actId="478"/>
          <ac:spMkLst>
            <pc:docMk/>
            <pc:sldMk cId="2077531642" sldId="283"/>
            <ac:spMk id="31" creationId="{CAE3A070-F42E-64E1-0135-7C9D48EAA85B}"/>
          </ac:spMkLst>
        </pc:spChg>
        <pc:graphicFrameChg chg="add mod modGraphic">
          <ac:chgData name="Guilherme Macario" userId="f7d209c4a899cfcf" providerId="LiveId" clId="{0E777877-FFCA-45C0-BC67-27BFCC529F31}" dt="2024-09-29T19:06:25.881" v="595" actId="339"/>
          <ac:graphicFrameMkLst>
            <pc:docMk/>
            <pc:sldMk cId="2077531642" sldId="283"/>
            <ac:graphicFrameMk id="5" creationId="{8B66E6B7-AB72-5F67-D265-417124C9E30C}"/>
          </ac:graphicFrameMkLst>
        </pc:graphicFrameChg>
        <pc:picChg chg="add mod">
          <ac:chgData name="Guilherme Macario" userId="f7d209c4a899cfcf" providerId="LiveId" clId="{0E777877-FFCA-45C0-BC67-27BFCC529F31}" dt="2024-09-29T19:05:07.877" v="575" actId="14100"/>
          <ac:picMkLst>
            <pc:docMk/>
            <pc:sldMk cId="2077531642" sldId="283"/>
            <ac:picMk id="3" creationId="{F74E2651-B33C-D991-BEA3-DF5E34A3DE70}"/>
          </ac:picMkLst>
        </pc:picChg>
        <pc:picChg chg="add mod">
          <ac:chgData name="Guilherme Macario" userId="f7d209c4a899cfcf" providerId="LiveId" clId="{0E777877-FFCA-45C0-BC67-27BFCC529F31}" dt="2024-09-29T19:05:26.017" v="582" actId="1076"/>
          <ac:picMkLst>
            <pc:docMk/>
            <pc:sldMk cId="2077531642" sldId="283"/>
            <ac:picMk id="4" creationId="{0C154FB1-8115-F8D3-190E-B3CDD2EEE028}"/>
          </ac:picMkLst>
        </pc:picChg>
        <pc:picChg chg="del">
          <ac:chgData name="Guilherme Macario" userId="f7d209c4a899cfcf" providerId="LiveId" clId="{0E777877-FFCA-45C0-BC67-27BFCC529F31}" dt="2024-06-14T19:00:38.416" v="45" actId="478"/>
          <ac:picMkLst>
            <pc:docMk/>
            <pc:sldMk cId="2077531642" sldId="283"/>
            <ac:picMk id="7" creationId="{900E2192-14A4-9FED-DE9B-16AF06AE2529}"/>
          </ac:picMkLst>
        </pc:picChg>
        <pc:picChg chg="add del mod">
          <ac:chgData name="Guilherme Macario" userId="f7d209c4a899cfcf" providerId="LiveId" clId="{0E777877-FFCA-45C0-BC67-27BFCC529F31}" dt="2024-09-29T19:19:31.653" v="865"/>
          <ac:picMkLst>
            <pc:docMk/>
            <pc:sldMk cId="2077531642" sldId="283"/>
            <ac:picMk id="7" creationId="{D2F348BC-2386-B7AB-E970-5DD35D543FDB}"/>
          </ac:picMkLst>
        </pc:picChg>
        <pc:picChg chg="add del mod">
          <ac:chgData name="Guilherme Macario" userId="f7d209c4a899cfcf" providerId="LiveId" clId="{0E777877-FFCA-45C0-BC67-27BFCC529F31}" dt="2024-06-14T19:15:24.053" v="159"/>
          <ac:picMkLst>
            <pc:docMk/>
            <pc:sldMk cId="2077531642" sldId="283"/>
            <ac:picMk id="8" creationId="{7CC71535-8689-9472-CE90-1502B958D392}"/>
          </ac:picMkLst>
        </pc:picChg>
        <pc:picChg chg="add mod">
          <ac:chgData name="Guilherme Macario" userId="f7d209c4a899cfcf" providerId="LiveId" clId="{0E777877-FFCA-45C0-BC67-27BFCC529F31}" dt="2024-09-29T19:19:31.653" v="865"/>
          <ac:picMkLst>
            <pc:docMk/>
            <pc:sldMk cId="2077531642" sldId="283"/>
            <ac:picMk id="8" creationId="{CD506038-5875-4DDA-B050-602153A384DA}"/>
          </ac:picMkLst>
        </pc:picChg>
        <pc:picChg chg="del">
          <ac:chgData name="Guilherme Macario" userId="f7d209c4a899cfcf" providerId="LiveId" clId="{0E777877-FFCA-45C0-BC67-27BFCC529F31}" dt="2024-06-14T19:00:33.643" v="39" actId="478"/>
          <ac:picMkLst>
            <pc:docMk/>
            <pc:sldMk cId="2077531642" sldId="283"/>
            <ac:picMk id="9" creationId="{BCFCA6E7-13B8-0DD1-FC3F-7B1E8E5EBF01}"/>
          </ac:picMkLst>
        </pc:picChg>
        <pc:picChg chg="add del mod">
          <ac:chgData name="Guilherme Macario" userId="f7d209c4a899cfcf" providerId="LiveId" clId="{0E777877-FFCA-45C0-BC67-27BFCC529F31}" dt="2024-09-29T18:55:42.128" v="521" actId="478"/>
          <ac:picMkLst>
            <pc:docMk/>
            <pc:sldMk cId="2077531642" sldId="283"/>
            <ac:picMk id="10" creationId="{BE8625EA-09AC-A3FD-3344-86E410C09C5E}"/>
          </ac:picMkLst>
        </pc:picChg>
        <pc:picChg chg="del">
          <ac:chgData name="Guilherme Macario" userId="f7d209c4a899cfcf" providerId="LiveId" clId="{0E777877-FFCA-45C0-BC67-27BFCC529F31}" dt="2024-06-14T19:00:37.775" v="44" actId="478"/>
          <ac:picMkLst>
            <pc:docMk/>
            <pc:sldMk cId="2077531642" sldId="283"/>
            <ac:picMk id="25" creationId="{4BE63D42-CF54-4BF3-915E-1AC7B53DDB25}"/>
          </ac:picMkLst>
        </pc:picChg>
        <pc:picChg chg="del">
          <ac:chgData name="Guilherme Macario" userId="f7d209c4a899cfcf" providerId="LiveId" clId="{0E777877-FFCA-45C0-BC67-27BFCC529F31}" dt="2024-06-14T19:00:35.052" v="40" actId="478"/>
          <ac:picMkLst>
            <pc:docMk/>
            <pc:sldMk cId="2077531642" sldId="283"/>
            <ac:picMk id="27" creationId="{1C83A56C-4387-E407-A40D-65701C1DF760}"/>
          </ac:picMkLst>
        </pc:picChg>
        <pc:picChg chg="del">
          <ac:chgData name="Guilherme Macario" userId="f7d209c4a899cfcf" providerId="LiveId" clId="{0E777877-FFCA-45C0-BC67-27BFCC529F31}" dt="2024-06-14T19:00:40.801" v="47" actId="478"/>
          <ac:picMkLst>
            <pc:docMk/>
            <pc:sldMk cId="2077531642" sldId="283"/>
            <ac:picMk id="29" creationId="{51A08FEA-AA83-747F-9982-0342FD96E979}"/>
          </ac:picMkLst>
        </pc:picChg>
      </pc:sldChg>
      <pc:sldChg chg="addSp delSp modSp mod ord modTransition delAnim">
        <pc:chgData name="Guilherme Macario" userId="f7d209c4a899cfcf" providerId="LiveId" clId="{0E777877-FFCA-45C0-BC67-27BFCC529F31}" dt="2024-09-29T19:00:31.186" v="541"/>
        <pc:sldMkLst>
          <pc:docMk/>
          <pc:sldMk cId="4214322796" sldId="285"/>
        </pc:sldMkLst>
        <pc:spChg chg="add del mod">
          <ac:chgData name="Guilherme Macario" userId="f7d209c4a899cfcf" providerId="LiveId" clId="{0E777877-FFCA-45C0-BC67-27BFCC529F31}" dt="2024-09-29T18:40:04.216" v="302" actId="21"/>
          <ac:spMkLst>
            <pc:docMk/>
            <pc:sldMk cId="4214322796" sldId="285"/>
            <ac:spMk id="3" creationId="{07E7F5A6-5FDF-E804-9F62-A52F98F63675}"/>
          </ac:spMkLst>
        </pc:spChg>
        <pc:spChg chg="add mod">
          <ac:chgData name="Guilherme Macario" userId="f7d209c4a899cfcf" providerId="LiveId" clId="{0E777877-FFCA-45C0-BC67-27BFCC529F31}" dt="2024-09-29T18:51:51.358" v="442" actId="20577"/>
          <ac:spMkLst>
            <pc:docMk/>
            <pc:sldMk cId="4214322796" sldId="285"/>
            <ac:spMk id="4" creationId="{59F638D7-E771-D55C-52FA-A761BAAABFFD}"/>
          </ac:spMkLst>
        </pc:spChg>
        <pc:spChg chg="add mod">
          <ac:chgData name="Guilherme Macario" userId="f7d209c4a899cfcf" providerId="LiveId" clId="{0E777877-FFCA-45C0-BC67-27BFCC529F31}" dt="2024-09-29T18:51:59.963" v="456" actId="20577"/>
          <ac:spMkLst>
            <pc:docMk/>
            <pc:sldMk cId="4214322796" sldId="285"/>
            <ac:spMk id="6" creationId="{A0BD9415-6C4A-6E0D-02AA-12F34C0D4DC1}"/>
          </ac:spMkLst>
        </pc:spChg>
        <pc:spChg chg="add mod">
          <ac:chgData name="Guilherme Macario" userId="f7d209c4a899cfcf" providerId="LiveId" clId="{0E777877-FFCA-45C0-BC67-27BFCC529F31}" dt="2024-09-29T18:52:21.417" v="478" actId="20577"/>
          <ac:spMkLst>
            <pc:docMk/>
            <pc:sldMk cId="4214322796" sldId="285"/>
            <ac:spMk id="7" creationId="{1F3C5612-1ABF-6F0B-7D66-847385C59C3B}"/>
          </ac:spMkLst>
        </pc:spChg>
        <pc:spChg chg="add mod">
          <ac:chgData name="Guilherme Macario" userId="f7d209c4a899cfcf" providerId="LiveId" clId="{0E777877-FFCA-45C0-BC67-27BFCC529F31}" dt="2024-09-29T18:48:58.131" v="393"/>
          <ac:spMkLst>
            <pc:docMk/>
            <pc:sldMk cId="4214322796" sldId="285"/>
            <ac:spMk id="8" creationId="{A627B3B9-81A9-D64E-C40D-499445FA7C18}"/>
          </ac:spMkLst>
        </pc:spChg>
        <pc:spChg chg="add mod">
          <ac:chgData name="Guilherme Macario" userId="f7d209c4a899cfcf" providerId="LiveId" clId="{0E777877-FFCA-45C0-BC67-27BFCC529F31}" dt="2024-09-29T18:52:05.663" v="460" actId="20577"/>
          <ac:spMkLst>
            <pc:docMk/>
            <pc:sldMk cId="4214322796" sldId="285"/>
            <ac:spMk id="12" creationId="{079F8258-5E4D-75FE-9999-796BC20C9B61}"/>
          </ac:spMkLst>
        </pc:spChg>
        <pc:spChg chg="add mod">
          <ac:chgData name="Guilherme Macario" userId="f7d209c4a899cfcf" providerId="LiveId" clId="{0E777877-FFCA-45C0-BC67-27BFCC529F31}" dt="2024-09-29T18:52:12.626" v="464" actId="20577"/>
          <ac:spMkLst>
            <pc:docMk/>
            <pc:sldMk cId="4214322796" sldId="285"/>
            <ac:spMk id="15" creationId="{85063BD1-5EC3-6C7A-EA56-53D4884FEF2E}"/>
          </ac:spMkLst>
        </pc:spChg>
        <pc:spChg chg="add del mod">
          <ac:chgData name="Guilherme Macario" userId="f7d209c4a899cfcf" providerId="LiveId" clId="{0E777877-FFCA-45C0-BC67-27BFCC529F31}" dt="2024-09-29T18:53:03.267" v="510" actId="20577"/>
          <ac:spMkLst>
            <pc:docMk/>
            <pc:sldMk cId="4214322796" sldId="285"/>
            <ac:spMk id="16" creationId="{B6AA5F37-FD27-9118-86C6-E3AA993CBA62}"/>
          </ac:spMkLst>
        </pc:spChg>
        <pc:graphicFrameChg chg="mod">
          <ac:chgData name="Guilherme Macario" userId="f7d209c4a899cfcf" providerId="LiveId" clId="{0E777877-FFCA-45C0-BC67-27BFCC529F31}" dt="2024-09-29T18:47:23.544" v="381" actId="14100"/>
          <ac:graphicFrameMkLst>
            <pc:docMk/>
            <pc:sldMk cId="4214322796" sldId="285"/>
            <ac:graphicFrameMk id="21" creationId="{92CA5DA2-8182-F628-8A76-B336DABB250F}"/>
          </ac:graphicFrameMkLst>
        </pc:graphicFrameChg>
        <pc:picChg chg="del">
          <ac:chgData name="Guilherme Macario" userId="f7d209c4a899cfcf" providerId="LiveId" clId="{0E777877-FFCA-45C0-BC67-27BFCC529F31}" dt="2024-06-14T18:53:56.724" v="2" actId="478"/>
          <ac:picMkLst>
            <pc:docMk/>
            <pc:sldMk cId="4214322796" sldId="285"/>
            <ac:picMk id="5" creationId="{6CD8B4C8-A380-2CE4-B733-81C0B37CA259}"/>
          </ac:picMkLst>
        </pc:picChg>
        <pc:picChg chg="add mod">
          <ac:chgData name="Guilherme Macario" userId="f7d209c4a899cfcf" providerId="LiveId" clId="{0E777877-FFCA-45C0-BC67-27BFCC529F31}" dt="2024-09-29T18:48:44.175" v="390" actId="14100"/>
          <ac:picMkLst>
            <pc:docMk/>
            <pc:sldMk cId="4214322796" sldId="285"/>
            <ac:picMk id="5" creationId="{7E41A082-4C2E-2700-E22F-FC72C8CB17A6}"/>
          </ac:picMkLst>
        </pc:picChg>
        <pc:picChg chg="add mod">
          <ac:chgData name="Guilherme Macario" userId="f7d209c4a899cfcf" providerId="LiveId" clId="{0E777877-FFCA-45C0-BC67-27BFCC529F31}" dt="2024-09-29T18:52:32.952" v="481" actId="1076"/>
          <ac:picMkLst>
            <pc:docMk/>
            <pc:sldMk cId="4214322796" sldId="285"/>
            <ac:picMk id="9" creationId="{6E0B0AA9-0EA4-F225-2A81-91CBA967E13A}"/>
          </ac:picMkLst>
        </pc:picChg>
        <pc:picChg chg="add del mod">
          <ac:chgData name="Guilherme Macario" userId="f7d209c4a899cfcf" providerId="LiveId" clId="{0E777877-FFCA-45C0-BC67-27BFCC529F31}" dt="2024-06-14T19:14:44.974" v="156"/>
          <ac:picMkLst>
            <pc:docMk/>
            <pc:sldMk cId="4214322796" sldId="285"/>
            <ac:picMk id="9" creationId="{CEAC0E0A-F471-7937-E0E8-D1FA7988A33A}"/>
          </ac:picMkLst>
        </pc:picChg>
        <pc:picChg chg="add del mod">
          <ac:chgData name="Guilherme Macario" userId="f7d209c4a899cfcf" providerId="LiveId" clId="{0E777877-FFCA-45C0-BC67-27BFCC529F31}" dt="2024-09-29T18:46:29.260" v="377" actId="478"/>
          <ac:picMkLst>
            <pc:docMk/>
            <pc:sldMk cId="4214322796" sldId="285"/>
            <ac:picMk id="10" creationId="{67834A25-067F-EF19-86B4-CE6DFB77F053}"/>
          </ac:picMkLst>
        </pc:picChg>
        <pc:picChg chg="add mod">
          <ac:chgData name="Guilherme Macario" userId="f7d209c4a899cfcf" providerId="LiveId" clId="{0E777877-FFCA-45C0-BC67-27BFCC529F31}" dt="2024-09-29T18:50:01.237" v="408" actId="1076"/>
          <ac:picMkLst>
            <pc:docMk/>
            <pc:sldMk cId="4214322796" sldId="285"/>
            <ac:picMk id="11" creationId="{74DD8FA3-3408-3741-4610-5B6D46EF7EC0}"/>
          </ac:picMkLst>
        </pc:picChg>
        <pc:picChg chg="add mod">
          <ac:chgData name="Guilherme Macario" userId="f7d209c4a899cfcf" providerId="LiveId" clId="{0E777877-FFCA-45C0-BC67-27BFCC529F31}" dt="2024-09-29T18:52:30.109" v="480" actId="1076"/>
          <ac:picMkLst>
            <pc:docMk/>
            <pc:sldMk cId="4214322796" sldId="285"/>
            <ac:picMk id="13" creationId="{76FAA0DD-1452-B1C5-5105-5AA1FE83ECBA}"/>
          </ac:picMkLst>
        </pc:picChg>
        <pc:picChg chg="add mod">
          <ac:chgData name="Guilherme Macario" userId="f7d209c4a899cfcf" providerId="LiveId" clId="{0E777877-FFCA-45C0-BC67-27BFCC529F31}" dt="2024-09-29T18:50:53.283" v="413"/>
          <ac:picMkLst>
            <pc:docMk/>
            <pc:sldMk cId="4214322796" sldId="285"/>
            <ac:picMk id="14" creationId="{3A2A3A50-DB9C-E01A-7374-5EF6E39FE66A}"/>
          </ac:picMkLst>
        </pc:picChg>
        <pc:picChg chg="add del mod">
          <ac:chgData name="Guilherme Macario" userId="f7d209c4a899cfcf" providerId="LiveId" clId="{0E777877-FFCA-45C0-BC67-27BFCC529F31}" dt="2024-09-29T18:55:16.854" v="516"/>
          <ac:picMkLst>
            <pc:docMk/>
            <pc:sldMk cId="4214322796" sldId="285"/>
            <ac:picMk id="19" creationId="{B56A072C-75AD-D357-4D9B-70C3B4E50A4F}"/>
          </ac:picMkLst>
        </pc:picChg>
        <pc:picChg chg="add mod">
          <ac:chgData name="Guilherme Macario" userId="f7d209c4a899cfcf" providerId="LiveId" clId="{0E777877-FFCA-45C0-BC67-27BFCC529F31}" dt="2024-09-29T18:55:16.854" v="516"/>
          <ac:picMkLst>
            <pc:docMk/>
            <pc:sldMk cId="4214322796" sldId="285"/>
            <ac:picMk id="20" creationId="{82564C0B-BDA4-944C-F63F-120DF0271A2E}"/>
          </ac:picMkLst>
        </pc:picChg>
      </pc:sldChg>
      <pc:sldChg chg="addSp delSp modSp mod ord modTransition delAnim modAnim">
        <pc:chgData name="Guilherme Macario" userId="f7d209c4a899cfcf" providerId="LiveId" clId="{0E777877-FFCA-45C0-BC67-27BFCC529F31}" dt="2024-09-29T19:18:49.794" v="862"/>
        <pc:sldMkLst>
          <pc:docMk/>
          <pc:sldMk cId="4194041164" sldId="286"/>
        </pc:sldMkLst>
        <pc:spChg chg="add del mod">
          <ac:chgData name="Guilherme Macario" userId="f7d209c4a899cfcf" providerId="LiveId" clId="{0E777877-FFCA-45C0-BC67-27BFCC529F31}" dt="2024-09-29T18:39:46.286" v="295" actId="478"/>
          <ac:spMkLst>
            <pc:docMk/>
            <pc:sldMk cId="4194041164" sldId="286"/>
            <ac:spMk id="3" creationId="{E9918E72-5A4E-26F4-920B-D24C1B32723A}"/>
          </ac:spMkLst>
        </pc:spChg>
        <pc:spChg chg="add del mod">
          <ac:chgData name="Guilherme Macario" userId="f7d209c4a899cfcf" providerId="LiveId" clId="{0E777877-FFCA-45C0-BC67-27BFCC529F31}" dt="2024-09-29T18:55:31.289" v="519" actId="478"/>
          <ac:spMkLst>
            <pc:docMk/>
            <pc:sldMk cId="4194041164" sldId="286"/>
            <ac:spMk id="4" creationId="{2F2ACF2A-5E82-21CF-7023-79202440EE79}"/>
          </ac:spMkLst>
        </pc:spChg>
        <pc:spChg chg="add del mod">
          <ac:chgData name="Guilherme Macario" userId="f7d209c4a899cfcf" providerId="LiveId" clId="{0E777877-FFCA-45C0-BC67-27BFCC529F31}" dt="2024-09-29T18:55:35.930" v="520" actId="478"/>
          <ac:spMkLst>
            <pc:docMk/>
            <pc:sldMk cId="4194041164" sldId="286"/>
            <ac:spMk id="9" creationId="{B596A68A-0A69-6F68-B264-DEB307D7FCC6}"/>
          </ac:spMkLst>
        </pc:spChg>
        <pc:spChg chg="add del mod">
          <ac:chgData name="Guilherme Macario" userId="f7d209c4a899cfcf" providerId="LiveId" clId="{0E777877-FFCA-45C0-BC67-27BFCC529F31}" dt="2024-09-29T18:59:06.143" v="529" actId="478"/>
          <ac:spMkLst>
            <pc:docMk/>
            <pc:sldMk cId="4194041164" sldId="286"/>
            <ac:spMk id="10" creationId="{48482F13-642B-988A-86D5-1AC31F839D25}"/>
          </ac:spMkLst>
        </pc:spChg>
        <pc:spChg chg="del">
          <ac:chgData name="Guilherme Macario" userId="f7d209c4a899cfcf" providerId="LiveId" clId="{0E777877-FFCA-45C0-BC67-27BFCC529F31}" dt="2024-09-29T18:39:44.664" v="294" actId="478"/>
          <ac:spMkLst>
            <pc:docMk/>
            <pc:sldMk cId="4194041164" sldId="286"/>
            <ac:spMk id="15" creationId="{8A029CF2-7BC6-95ED-5891-2FBE45156FD9}"/>
          </ac:spMkLst>
        </pc:spChg>
        <pc:graphicFrameChg chg="add del mod modGraphic">
          <ac:chgData name="Guilherme Macario" userId="f7d209c4a899cfcf" providerId="LiveId" clId="{0E777877-FFCA-45C0-BC67-27BFCC529F31}" dt="2024-09-29T19:03:01.509" v="551" actId="478"/>
          <ac:graphicFrameMkLst>
            <pc:docMk/>
            <pc:sldMk cId="4194041164" sldId="286"/>
            <ac:graphicFrameMk id="11" creationId="{5735C86A-A36D-B242-E9FC-B7C3B7691416}"/>
          </ac:graphicFrameMkLst>
        </pc:graphicFrameChg>
        <pc:graphicFrameChg chg="add mod modGraphic">
          <ac:chgData name="Guilherme Macario" userId="f7d209c4a899cfcf" providerId="LiveId" clId="{0E777877-FFCA-45C0-BC67-27BFCC529F31}" dt="2024-09-29T19:05:34.742" v="584"/>
          <ac:graphicFrameMkLst>
            <pc:docMk/>
            <pc:sldMk cId="4194041164" sldId="286"/>
            <ac:graphicFrameMk id="12" creationId="{F6837490-7382-0A38-5F70-71A1AE6CA316}"/>
          </ac:graphicFrameMkLst>
        </pc:graphicFrameChg>
        <pc:graphicFrameChg chg="del mod">
          <ac:chgData name="Guilherme Macario" userId="f7d209c4a899cfcf" providerId="LiveId" clId="{0E777877-FFCA-45C0-BC67-27BFCC529F31}" dt="2024-06-14T19:01:30.074" v="90" actId="478"/>
          <ac:graphicFrameMkLst>
            <pc:docMk/>
            <pc:sldMk cId="4194041164" sldId="286"/>
            <ac:graphicFrameMk id="24" creationId="{1D469B93-0DF9-F699-81E1-C80E40C4126A}"/>
          </ac:graphicFrameMkLst>
        </pc:graphicFrameChg>
        <pc:picChg chg="add del mod">
          <ac:chgData name="Guilherme Macario" userId="f7d209c4a899cfcf" providerId="LiveId" clId="{0E777877-FFCA-45C0-BC67-27BFCC529F31}" dt="2024-06-14T19:13:41.227" v="153"/>
          <ac:picMkLst>
            <pc:docMk/>
            <pc:sldMk cId="4194041164" sldId="286"/>
            <ac:picMk id="7" creationId="{D9D2DD74-BC72-9FB6-CD24-ADE3D4CA264B}"/>
          </ac:picMkLst>
        </pc:picChg>
        <pc:picChg chg="add del mod">
          <ac:chgData name="Guilherme Macario" userId="f7d209c4a899cfcf" providerId="LiveId" clId="{0E777877-FFCA-45C0-BC67-27BFCC529F31}" dt="2024-09-29T18:41:19.734" v="353" actId="478"/>
          <ac:picMkLst>
            <pc:docMk/>
            <pc:sldMk cId="4194041164" sldId="286"/>
            <ac:picMk id="8" creationId="{3A30C33A-2E8A-96E6-3EA0-10DD1BDB0FC5}"/>
          </ac:picMkLst>
        </pc:picChg>
        <pc:picChg chg="add mod">
          <ac:chgData name="Guilherme Macario" userId="f7d209c4a899cfcf" providerId="LiveId" clId="{0E777877-FFCA-45C0-BC67-27BFCC529F31}" dt="2024-09-29T19:04:18.285" v="561" actId="1076"/>
          <ac:picMkLst>
            <pc:docMk/>
            <pc:sldMk cId="4194041164" sldId="286"/>
            <ac:picMk id="13" creationId="{280B4D6A-ED67-A8A0-992E-932C0C68C3A2}"/>
          </ac:picMkLst>
        </pc:picChg>
        <pc:picChg chg="add mod">
          <ac:chgData name="Guilherme Macario" userId="f7d209c4a899cfcf" providerId="LiveId" clId="{0E777877-FFCA-45C0-BC67-27BFCC529F31}" dt="2024-09-29T19:04:41.251" v="567" actId="14100"/>
          <ac:picMkLst>
            <pc:docMk/>
            <pc:sldMk cId="4194041164" sldId="286"/>
            <ac:picMk id="14" creationId="{0BBC53BB-A1E9-02F3-8646-10B784879F9D}"/>
          </ac:picMkLst>
        </pc:picChg>
        <pc:picChg chg="add del mod">
          <ac:chgData name="Guilherme Macario" userId="f7d209c4a899cfcf" providerId="LiveId" clId="{0E777877-FFCA-45C0-BC67-27BFCC529F31}" dt="2024-09-29T19:18:49.794" v="862"/>
          <ac:picMkLst>
            <pc:docMk/>
            <pc:sldMk cId="4194041164" sldId="286"/>
            <ac:picMk id="17" creationId="{E1510783-2FCB-C599-D528-33AF58EBB0AD}"/>
          </ac:picMkLst>
        </pc:picChg>
        <pc:picChg chg="add mod">
          <ac:chgData name="Guilherme Macario" userId="f7d209c4a899cfcf" providerId="LiveId" clId="{0E777877-FFCA-45C0-BC67-27BFCC529F31}" dt="2024-09-29T19:18:49.794" v="862"/>
          <ac:picMkLst>
            <pc:docMk/>
            <pc:sldMk cId="4194041164" sldId="286"/>
            <ac:picMk id="18" creationId="{14A10025-E3D1-840A-D788-A8E1AAC0E39C}"/>
          </ac:picMkLst>
        </pc:picChg>
        <pc:picChg chg="del mod">
          <ac:chgData name="Guilherme Macario" userId="f7d209c4a899cfcf" providerId="LiveId" clId="{0E777877-FFCA-45C0-BC67-27BFCC529F31}" dt="2024-09-29T18:55:25.583" v="517" actId="478"/>
          <ac:picMkLst>
            <pc:docMk/>
            <pc:sldMk cId="4194041164" sldId="286"/>
            <ac:picMk id="21" creationId="{058E9084-2386-6D4F-89D6-BED969EE1563}"/>
          </ac:picMkLst>
        </pc:picChg>
        <pc:picChg chg="del mod">
          <ac:chgData name="Guilherme Macario" userId="f7d209c4a899cfcf" providerId="LiveId" clId="{0E777877-FFCA-45C0-BC67-27BFCC529F31}" dt="2024-09-29T18:55:27.629" v="518" actId="478"/>
          <ac:picMkLst>
            <pc:docMk/>
            <pc:sldMk cId="4194041164" sldId="286"/>
            <ac:picMk id="23" creationId="{5D4E4230-454A-7F50-CF23-F6945FDBECC3}"/>
          </ac:picMkLst>
        </pc:picChg>
      </pc:sldChg>
      <pc:sldChg chg="addSp delSp modSp mod modTransition delAnim">
        <pc:chgData name="Guilherme Macario" userId="f7d209c4a899cfcf" providerId="LiveId" clId="{0E777877-FFCA-45C0-BC67-27BFCC529F31}" dt="2024-09-29T19:22:37.836" v="874"/>
        <pc:sldMkLst>
          <pc:docMk/>
          <pc:sldMk cId="114280100" sldId="287"/>
        </pc:sldMkLst>
        <pc:spChg chg="add mod">
          <ac:chgData name="Guilherme Macario" userId="f7d209c4a899cfcf" providerId="LiveId" clId="{0E777877-FFCA-45C0-BC67-27BFCC529F31}" dt="2024-09-29T19:15:00.279" v="858" actId="20577"/>
          <ac:spMkLst>
            <pc:docMk/>
            <pc:sldMk cId="114280100" sldId="287"/>
            <ac:spMk id="2" creationId="{DE1396A5-8E90-6B4F-07E4-C61C73610EC2}"/>
          </ac:spMkLst>
        </pc:spChg>
        <pc:spChg chg="mod">
          <ac:chgData name="Guilherme Macario" userId="f7d209c4a899cfcf" providerId="LiveId" clId="{0E777877-FFCA-45C0-BC67-27BFCC529F31}" dt="2024-09-29T18:57:21.964" v="526"/>
          <ac:spMkLst>
            <pc:docMk/>
            <pc:sldMk cId="114280100" sldId="287"/>
            <ac:spMk id="4" creationId="{1137BF44-9A01-6FBF-0B27-A9ABF66CB73D}"/>
          </ac:spMkLst>
        </pc:spChg>
        <pc:spChg chg="mod">
          <ac:chgData name="Guilherme Macario" userId="f7d209c4a899cfcf" providerId="LiveId" clId="{0E777877-FFCA-45C0-BC67-27BFCC529F31}" dt="2024-09-29T18:57:21.964" v="526"/>
          <ac:spMkLst>
            <pc:docMk/>
            <pc:sldMk cId="114280100" sldId="287"/>
            <ac:spMk id="6" creationId="{D4FC2C15-564E-5E37-DAE8-D0CDA5D170D8}"/>
          </ac:spMkLst>
        </pc:spChg>
        <pc:spChg chg="del mod">
          <ac:chgData name="Guilherme Macario" userId="f7d209c4a899cfcf" providerId="LiveId" clId="{0E777877-FFCA-45C0-BC67-27BFCC529F31}" dt="2024-06-14T19:18:51.730" v="172"/>
          <ac:spMkLst>
            <pc:docMk/>
            <pc:sldMk cId="114280100" sldId="287"/>
            <ac:spMk id="7" creationId="{D2604D71-E964-B18A-1038-841AC73C689C}"/>
          </ac:spMkLst>
        </pc:spChg>
        <pc:spChg chg="add del mod">
          <ac:chgData name="Guilherme Macario" userId="f7d209c4a899cfcf" providerId="LiveId" clId="{0E777877-FFCA-45C0-BC67-27BFCC529F31}" dt="2024-09-29T19:11:44.132" v="757"/>
          <ac:spMkLst>
            <pc:docMk/>
            <pc:sldMk cId="114280100" sldId="287"/>
            <ac:spMk id="10" creationId="{F921CAA2-0A13-946A-446E-0E23D3822227}"/>
          </ac:spMkLst>
        </pc:spChg>
        <pc:spChg chg="add del mod">
          <ac:chgData name="Guilherme Macario" userId="f7d209c4a899cfcf" providerId="LiveId" clId="{0E777877-FFCA-45C0-BC67-27BFCC529F31}" dt="2024-09-29T19:11:39.098" v="754" actId="478"/>
          <ac:spMkLst>
            <pc:docMk/>
            <pc:sldMk cId="114280100" sldId="287"/>
            <ac:spMk id="11" creationId="{E1CE9EFA-66D6-E3F2-519C-3CD953987D53}"/>
          </ac:spMkLst>
        </pc:spChg>
        <pc:picChg chg="add del mod">
          <ac:chgData name="Guilherme Macario" userId="f7d209c4a899cfcf" providerId="LiveId" clId="{0E777877-FFCA-45C0-BC67-27BFCC529F31}" dt="2024-06-14T19:18:18.404" v="165"/>
          <ac:picMkLst>
            <pc:docMk/>
            <pc:sldMk cId="114280100" sldId="287"/>
            <ac:picMk id="3" creationId="{8262253D-C447-340C-1229-B122A1C08A1C}"/>
          </ac:picMkLst>
        </pc:picChg>
        <pc:picChg chg="add del mod">
          <ac:chgData name="Guilherme Macario" userId="f7d209c4a899cfcf" providerId="LiveId" clId="{0E777877-FFCA-45C0-BC67-27BFCC529F31}" dt="2024-09-29T18:55:46.648" v="523" actId="478"/>
          <ac:picMkLst>
            <pc:docMk/>
            <pc:sldMk cId="114280100" sldId="287"/>
            <ac:picMk id="5" creationId="{0A8503DA-2B70-4A22-32A2-369CD6D00C5E}"/>
          </ac:picMkLst>
        </pc:picChg>
        <pc:picChg chg="add del mod">
          <ac:chgData name="Guilherme Macario" userId="f7d209c4a899cfcf" providerId="LiveId" clId="{0E777877-FFCA-45C0-BC67-27BFCC529F31}" dt="2024-09-29T19:22:37.836" v="874"/>
          <ac:picMkLst>
            <pc:docMk/>
            <pc:sldMk cId="114280100" sldId="287"/>
            <ac:picMk id="7" creationId="{A717E33A-F65F-6399-3F3D-D85E5179DF74}"/>
          </ac:picMkLst>
        </pc:picChg>
        <pc:picChg chg="add mod">
          <ac:chgData name="Guilherme Macario" userId="f7d209c4a899cfcf" providerId="LiveId" clId="{0E777877-FFCA-45C0-BC67-27BFCC529F31}" dt="2024-09-29T19:22:37.836" v="874"/>
          <ac:picMkLst>
            <pc:docMk/>
            <pc:sldMk cId="114280100" sldId="287"/>
            <ac:picMk id="8" creationId="{4F4626B5-0D84-ECC8-07BB-ADE90117C411}"/>
          </ac:picMkLst>
        </pc:picChg>
      </pc:sldChg>
      <pc:sldChg chg="addSp delSp modSp add mod modTransition">
        <pc:chgData name="Guilherme Macario" userId="f7d209c4a899cfcf" providerId="LiveId" clId="{0E777877-FFCA-45C0-BC67-27BFCC529F31}" dt="2024-09-29T19:21:41.676" v="871"/>
        <pc:sldMkLst>
          <pc:docMk/>
          <pc:sldMk cId="376887899" sldId="288"/>
        </pc:sldMkLst>
        <pc:spChg chg="add mod">
          <ac:chgData name="Guilherme Macario" userId="f7d209c4a899cfcf" providerId="LiveId" clId="{0E777877-FFCA-45C0-BC67-27BFCC529F31}" dt="2024-09-29T19:10:54.048" v="741"/>
          <ac:spMkLst>
            <pc:docMk/>
            <pc:sldMk cId="376887899" sldId="288"/>
            <ac:spMk id="2" creationId="{D364A99F-035A-2FF3-F2E0-4504C0D1231A}"/>
          </ac:spMkLst>
        </pc:spChg>
        <pc:spChg chg="del mod">
          <ac:chgData name="Guilherme Macario" userId="f7d209c4a899cfcf" providerId="LiveId" clId="{0E777877-FFCA-45C0-BC67-27BFCC529F31}" dt="2024-09-29T19:11:10.068" v="748" actId="478"/>
          <ac:spMkLst>
            <pc:docMk/>
            <pc:sldMk cId="376887899" sldId="288"/>
            <ac:spMk id="7" creationId="{64731EF9-EE25-9E4B-52F1-6B358803DF6D}"/>
          </ac:spMkLst>
        </pc:spChg>
        <pc:spChg chg="add del mod">
          <ac:chgData name="Guilherme Macario" userId="f7d209c4a899cfcf" providerId="LiveId" clId="{0E777877-FFCA-45C0-BC67-27BFCC529F31}" dt="2024-09-29T19:11:22.077" v="753" actId="478"/>
          <ac:spMkLst>
            <pc:docMk/>
            <pc:sldMk cId="376887899" sldId="288"/>
            <ac:spMk id="10" creationId="{68A52BDF-A52A-1C12-5F93-238996DCF92C}"/>
          </ac:spMkLst>
        </pc:spChg>
        <pc:picChg chg="del">
          <ac:chgData name="Guilherme Macario" userId="f7d209c4a899cfcf" providerId="LiveId" clId="{0E777877-FFCA-45C0-BC67-27BFCC529F31}" dt="2024-09-29T19:11:02.230" v="742" actId="478"/>
          <ac:picMkLst>
            <pc:docMk/>
            <pc:sldMk cId="376887899" sldId="288"/>
            <ac:picMk id="3" creationId="{198F6E36-B554-5229-388D-2DA5E9E6AB66}"/>
          </ac:picMkLst>
        </pc:picChg>
        <pc:picChg chg="del">
          <ac:chgData name="Guilherme Macario" userId="f7d209c4a899cfcf" providerId="LiveId" clId="{0E777877-FFCA-45C0-BC67-27BFCC529F31}" dt="2024-09-29T19:11:03.559" v="743" actId="478"/>
          <ac:picMkLst>
            <pc:docMk/>
            <pc:sldMk cId="376887899" sldId="288"/>
            <ac:picMk id="5" creationId="{6DCC31A1-715D-623A-B7A8-816A2B14D261}"/>
          </ac:picMkLst>
        </pc:picChg>
        <pc:picChg chg="add mod">
          <ac:chgData name="Guilherme Macario" userId="f7d209c4a899cfcf" providerId="LiveId" clId="{0E777877-FFCA-45C0-BC67-27BFCC529F31}" dt="2024-09-29T19:11:19.418" v="752" actId="14100"/>
          <ac:picMkLst>
            <pc:docMk/>
            <pc:sldMk cId="376887899" sldId="288"/>
            <ac:picMk id="6" creationId="{93C5B35F-5EDF-D327-1F3B-78CD1280149B}"/>
          </ac:picMkLst>
        </pc:picChg>
        <pc:picChg chg="del">
          <ac:chgData name="Guilherme Macario" userId="f7d209c4a899cfcf" providerId="LiveId" clId="{0E777877-FFCA-45C0-BC67-27BFCC529F31}" dt="2024-09-29T19:11:04.295" v="744" actId="478"/>
          <ac:picMkLst>
            <pc:docMk/>
            <pc:sldMk cId="376887899" sldId="288"/>
            <ac:picMk id="9" creationId="{4CB8F1F6-BE00-E1FB-32CA-A833607EDC60}"/>
          </ac:picMkLst>
        </pc:picChg>
        <pc:picChg chg="add del mod">
          <ac:chgData name="Guilherme Macario" userId="f7d209c4a899cfcf" providerId="LiveId" clId="{0E777877-FFCA-45C0-BC67-27BFCC529F31}" dt="2024-09-29T19:21:41.676" v="871"/>
          <ac:picMkLst>
            <pc:docMk/>
            <pc:sldMk cId="376887899" sldId="288"/>
            <ac:picMk id="12" creationId="{E0CD853F-10F5-88C8-7244-E0BC16914845}"/>
          </ac:picMkLst>
        </pc:picChg>
        <pc:picChg chg="add mod">
          <ac:chgData name="Guilherme Macario" userId="f7d209c4a899cfcf" providerId="LiveId" clId="{0E777877-FFCA-45C0-BC67-27BFCC529F31}" dt="2024-09-29T19:21:41.676" v="871"/>
          <ac:picMkLst>
            <pc:docMk/>
            <pc:sldMk cId="376887899" sldId="288"/>
            <ac:picMk id="13" creationId="{0E97F0E9-A3DA-5A50-2EE0-33EED8433E61}"/>
          </ac:picMkLst>
        </pc:picChg>
      </pc:sldChg>
      <pc:sldMasterChg chg="delSldLayout">
        <pc:chgData name="Guilherme Macario" userId="f7d209c4a899cfcf" providerId="LiveId" clId="{0E777877-FFCA-45C0-BC67-27BFCC529F31}" dt="2024-09-29T18:55:50.613" v="524" actId="2696"/>
        <pc:sldMasterMkLst>
          <pc:docMk/>
          <pc:sldMasterMk cId="805239653" sldId="2147483805"/>
        </pc:sldMasterMkLst>
        <pc:sldLayoutChg chg="del">
          <pc:chgData name="Guilherme Macario" userId="f7d209c4a899cfcf" providerId="LiveId" clId="{0E777877-FFCA-45C0-BC67-27BFCC529F31}" dt="2024-09-29T18:55:50.613" v="524" actId="2696"/>
          <pc:sldLayoutMkLst>
            <pc:docMk/>
            <pc:sldMasterMk cId="805239653" sldId="2147483805"/>
            <pc:sldLayoutMk cId="3236677557" sldId="214748382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</dgm:cxnLst>
  <dgm:bg>
    <a:blipFill>
      <a:blip xmlns:r="http://schemas.openxmlformats.org/officeDocument/2006/relationships" r:embed="rId1">
        <a:extLst>
          <a:ext uri="{96DAC541-7B7A-43D3-8B79-37D633B846F1}">
            <asvg:svgBlip xmlns:asvg="http://schemas.microsoft.com/office/drawing/2016/SVG/main" r:embed="rId2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5.png"/><Relationship Id="rId3" Type="http://schemas.openxmlformats.org/officeDocument/2006/relationships/slideLayout" Target="../slideLayouts/slideLayout5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14.svg"/><Relationship Id="rId17" Type="http://schemas.openxmlformats.org/officeDocument/2006/relationships/image" Target="../media/image8.png"/><Relationship Id="rId2" Type="http://schemas.openxmlformats.org/officeDocument/2006/relationships/audio" Target="../media/media2.m4a"/><Relationship Id="rId16" Type="http://schemas.openxmlformats.org/officeDocument/2006/relationships/image" Target="../media/image18.svg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3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media3.m4a"/><Relationship Id="rId7" Type="http://schemas.openxmlformats.org/officeDocument/2006/relationships/image" Target="../media/image20.png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microsoft.com/office/2017/06/relationships/model3d" Target="../media/model3d1.glb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7/06/relationships/model3d" Target="../media/model3d2.glb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2.png"/><Relationship Id="rId5" Type="http://schemas.openxmlformats.org/officeDocument/2006/relationships/image" Target="../media/image200.png"/><Relationship Id="rId10" Type="http://schemas.openxmlformats.org/officeDocument/2006/relationships/image" Target="../media/image8.png"/><Relationship Id="rId4" Type="http://schemas.openxmlformats.org/officeDocument/2006/relationships/customXml" Target="../ink/ink1.xm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19EB7223-6511-3E8F-821D-925333B8F7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869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5963693" cy="1245826"/>
          </a:xfrm>
        </p:spPr>
        <p:txBody>
          <a:bodyPr/>
          <a:lstStyle/>
          <a:p>
            <a:r>
              <a:rPr lang="pt-BR" dirty="0"/>
              <a:t>Nosso projeto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3634098"/>
              </p:ext>
            </p:extLst>
          </p:nvPr>
        </p:nvGraphicFramePr>
        <p:xfrm>
          <a:off x="254226" y="4337050"/>
          <a:ext cx="1422174" cy="979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59F638D7-E771-D55C-52FA-A761BAAABFFD}"/>
              </a:ext>
            </a:extLst>
          </p:cNvPr>
          <p:cNvSpPr/>
          <p:nvPr/>
        </p:nvSpPr>
        <p:spPr>
          <a:xfrm>
            <a:off x="254227" y="1917700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OBDC</a:t>
            </a:r>
          </a:p>
        </p:txBody>
      </p:sp>
      <p:pic>
        <p:nvPicPr>
          <p:cNvPr id="5" name="Espaço Reservado para Imagem 100" descr="Internet das Coisas com preenchimento sólido">
            <a:extLst>
              <a:ext uri="{FF2B5EF4-FFF2-40B4-BE49-F238E27FC236}">
                <a16:creationId xmlns:a16="http://schemas.microsoft.com/office/drawing/2014/main" id="{7E41A082-4C2E-2700-E22F-FC72C8CB17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2064415" y="4483894"/>
            <a:ext cx="1422172" cy="6858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0BD9415-6C4A-6E0D-02AA-12F34C0D4DC1}"/>
              </a:ext>
            </a:extLst>
          </p:cNvPr>
          <p:cNvSpPr/>
          <p:nvPr/>
        </p:nvSpPr>
        <p:spPr>
          <a:xfrm>
            <a:off x="2064415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SAP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3C5612-1ABF-6F0B-7D66-847385C59C3B}"/>
              </a:ext>
            </a:extLst>
          </p:cNvPr>
          <p:cNvSpPr/>
          <p:nvPr/>
        </p:nvSpPr>
        <p:spPr>
          <a:xfrm>
            <a:off x="7799325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EXCEL</a:t>
            </a:r>
          </a:p>
        </p:txBody>
      </p:sp>
      <p:pic>
        <p:nvPicPr>
          <p:cNvPr id="9" name="Espaço Reservado para Imagem 101" descr="Rede social com preenchimento sólido">
            <a:extLst>
              <a:ext uri="{FF2B5EF4-FFF2-40B4-BE49-F238E27FC236}">
                <a16:creationId xmlns:a16="http://schemas.microsoft.com/office/drawing/2014/main" id="{6E0B0AA9-0EA4-F225-2A81-91CBA967E1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952689" y="4483894"/>
            <a:ext cx="1422174" cy="685800"/>
          </a:xfrm>
          <a:prstGeom prst="rect">
            <a:avLst/>
          </a:prstGeom>
        </p:spPr>
      </p:pic>
      <p:pic>
        <p:nvPicPr>
          <p:cNvPr id="11" name="Espaço Reservado para Imagem 103" descr="Internet com preenchimento sólido">
            <a:extLst>
              <a:ext uri="{FF2B5EF4-FFF2-40B4-BE49-F238E27FC236}">
                <a16:creationId xmlns:a16="http://schemas.microsoft.com/office/drawing/2014/main" id="{74DD8FA3-3408-3741-4610-5B6D46EF7E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4013864" y="4483894"/>
            <a:ext cx="1422174" cy="6858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79F8258-5E4D-75FE-9999-796BC20C9B61}"/>
              </a:ext>
            </a:extLst>
          </p:cNvPr>
          <p:cNvSpPr/>
          <p:nvPr/>
        </p:nvSpPr>
        <p:spPr>
          <a:xfrm>
            <a:off x="4106053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SQL</a:t>
            </a:r>
          </a:p>
        </p:txBody>
      </p:sp>
      <p:pic>
        <p:nvPicPr>
          <p:cNvPr id="13" name="Espaço Reservado para Imagem 102" descr="Lista de verificação com preenchimento sólido">
            <a:extLst>
              <a:ext uri="{FF2B5EF4-FFF2-40B4-BE49-F238E27FC236}">
                <a16:creationId xmlns:a16="http://schemas.microsoft.com/office/drawing/2014/main" id="{76FAA0DD-1452-B1C5-5105-5AA1FE83EC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7804637" y="4420506"/>
            <a:ext cx="1411547" cy="68580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85063BD1-5EC3-6C7A-EA56-53D4884FEF2E}"/>
              </a:ext>
            </a:extLst>
          </p:cNvPr>
          <p:cNvSpPr/>
          <p:nvPr/>
        </p:nvSpPr>
        <p:spPr>
          <a:xfrm>
            <a:off x="5952689" y="1917700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ETL</a:t>
            </a:r>
          </a:p>
        </p:txBody>
      </p:sp>
      <p:pic>
        <p:nvPicPr>
          <p:cNvPr id="20" name="Áudio 19">
            <a:hlinkClick r:id="" action="ppaction://media"/>
            <a:extLst>
              <a:ext uri="{FF2B5EF4-FFF2-40B4-BE49-F238E27FC236}">
                <a16:creationId xmlns:a16="http://schemas.microsoft.com/office/drawing/2014/main" id="{82564C0B-BDA4-944C-F63F-120DF0271A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  <p:transition spd="slow" advTm="3645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388" x="5153025" y="6529388"/>
          <p14:tracePt t="15556" x="4833938" y="6835775"/>
          <p14:tracePt t="15557" x="4822825" y="6823075"/>
          <p14:tracePt t="15559" x="4816475" y="6807200"/>
          <p14:tracePt t="15565" x="4724400" y="6704013"/>
          <p14:tracePt t="15572" x="4611688" y="6572250"/>
          <p14:tracePt t="15586" x="4332288" y="6288088"/>
          <p14:tracePt t="15600" x="3960813" y="5957888"/>
          <p14:tracePt t="15614" x="3454400" y="5495925"/>
          <p14:tracePt t="15628" x="2998788" y="5084763"/>
          <p14:tracePt t="15629" x="2906713" y="4999038"/>
          <p14:tracePt t="15642" x="2593975" y="4703763"/>
          <p14:tracePt t="15656" x="2303463" y="4424363"/>
          <p14:tracePt t="15670" x="2182813" y="4298950"/>
          <p14:tracePt t="15684" x="2125663" y="4230688"/>
          <p14:tracePt t="15690" x="2103438" y="4202113"/>
          <p14:tracePt t="15704" x="2063750" y="4144963"/>
          <p14:tracePt t="15718" x="2046288" y="4116388"/>
          <p14:tracePt t="15725" x="2039938" y="4110038"/>
          <p14:tracePt t="15740" x="2039938" y="4098925"/>
          <p14:tracePt t="15740" x="2039938" y="4092575"/>
          <p14:tracePt t="15746" x="2046288" y="4081463"/>
          <p14:tracePt t="15753" x="2052638" y="4070350"/>
          <p14:tracePt t="15767" x="2063750" y="4030663"/>
          <p14:tracePt t="15781" x="2081213" y="3967163"/>
          <p14:tracePt t="15788" x="2081213" y="3933825"/>
          <p14:tracePt t="15795" x="2081213" y="3898900"/>
          <p14:tracePt t="15809" x="2068513" y="3848100"/>
          <p14:tracePt t="15815" x="2063750" y="3813175"/>
          <p14:tracePt t="15823" x="2052638" y="3768725"/>
          <p14:tracePt t="15837" x="2035175" y="3665538"/>
          <p14:tracePt t="15843" x="2006600" y="3608388"/>
          <p14:tracePt t="15857" x="1931988" y="3482975"/>
          <p14:tracePt t="15864" x="1874838" y="3414713"/>
          <p14:tracePt t="15878" x="1760538" y="3324225"/>
          <p14:tracePt t="15879" x="1744663" y="3306763"/>
          <p14:tracePt t="15880" x="1733550" y="3300413"/>
          <p14:tracePt t="15885" x="1687513" y="3271838"/>
          <p14:tracePt t="15892" x="1601788" y="3221038"/>
          <p14:tracePt t="15899" x="1527175" y="3181350"/>
          <p14:tracePt t="15908" x="1441450" y="3146425"/>
          <p14:tracePt t="15913" x="1373188" y="3113088"/>
          <p14:tracePt t="15920" x="1322388" y="3089275"/>
          <p14:tracePt t="15934" x="1208088" y="3021013"/>
          <p14:tracePt t="15948" x="1135063" y="2952750"/>
          <p14:tracePt t="15961" x="1071563" y="2878138"/>
          <p14:tracePt t="15975" x="1031875" y="2822575"/>
          <p14:tracePt t="15989" x="1009650" y="2765425"/>
          <p14:tracePt t="16003" x="996950" y="2730500"/>
          <p14:tracePt t="16017" x="992188" y="2713038"/>
          <p14:tracePt t="16031" x="985838" y="2701925"/>
          <p14:tracePt t="16045" x="963613" y="2679700"/>
          <p14:tracePt t="16051" x="952500" y="2662238"/>
          <p14:tracePt t="16065" x="928688" y="2644775"/>
          <p14:tracePt t="16079" x="923925" y="2640013"/>
          <p14:tracePt t="16142" x="917575" y="2640013"/>
          <p14:tracePt t="16145" x="917575" y="2644775"/>
          <p14:tracePt t="16148" x="911225" y="2644775"/>
          <p14:tracePt t="16156" x="906463" y="2651125"/>
          <p14:tracePt t="16170" x="889000" y="2662238"/>
          <p14:tracePt t="16184" x="877888" y="2679700"/>
          <p14:tracePt t="16197" x="855663" y="2701925"/>
          <p14:tracePt t="16204" x="838200" y="2725738"/>
          <p14:tracePt t="16211" x="827088" y="2747963"/>
          <p14:tracePt t="16218" x="809625" y="2765425"/>
          <p14:tracePt t="16225" x="792163" y="2787650"/>
          <p14:tracePt t="16232" x="781050" y="2809875"/>
          <p14:tracePt t="16239" x="769938" y="2844800"/>
          <p14:tracePt t="16246" x="758825" y="2867025"/>
          <p14:tracePt t="16253" x="752475" y="2901950"/>
          <p14:tracePt t="16267" x="735013" y="2970213"/>
          <p14:tracePt t="16274" x="730250" y="3003550"/>
          <p14:tracePt t="16288" x="717550" y="3049588"/>
          <p14:tracePt t="16295" x="717550" y="3060700"/>
          <p14:tracePt t="16309" x="717550" y="3067050"/>
          <p14:tracePt t="16315" x="717550" y="3073400"/>
          <p14:tracePt t="16347" x="712788" y="3073400"/>
          <p14:tracePt t="16398" x="706438" y="3067050"/>
          <p14:tracePt t="16401" x="706438" y="3060700"/>
          <p14:tracePt t="16406" x="706438" y="3055938"/>
          <p14:tracePt t="16412" x="701675" y="3038475"/>
          <p14:tracePt t="16427" x="677863" y="2976563"/>
          <p14:tracePt t="16440" x="638175" y="2878138"/>
          <p14:tracePt t="16454" x="569913" y="2794000"/>
          <p14:tracePt t="16461" x="541338" y="2759075"/>
          <p14:tracePt t="16468" x="508000" y="2730500"/>
          <p14:tracePt t="16475" x="479425" y="2701925"/>
          <p14:tracePt t="16482" x="455613" y="2684463"/>
          <p14:tracePt t="16489" x="444500" y="2679700"/>
          <p14:tracePt t="16496" x="438150" y="2679700"/>
          <p14:tracePt t="16518" x="433388" y="2679700"/>
          <p14:tracePt t="16522" x="427038" y="2679700"/>
          <p14:tracePt t="16525" x="422275" y="2684463"/>
          <p14:tracePt t="16531" x="415925" y="2690813"/>
          <p14:tracePt t="16537" x="404813" y="2713038"/>
          <p14:tracePt t="16552" x="376238" y="2770188"/>
          <p14:tracePt t="16565" x="354013" y="2827338"/>
          <p14:tracePt t="16572" x="347663" y="2855913"/>
          <p14:tracePt t="16586" x="341313" y="2895600"/>
          <p14:tracePt t="16593" x="347663" y="2913063"/>
          <p14:tracePt t="16600" x="365125" y="2924175"/>
          <p14:tracePt t="16614" x="411163" y="2935288"/>
          <p14:tracePt t="16621" x="427038" y="2935288"/>
          <p14:tracePt t="16635" x="473075" y="2935288"/>
          <p14:tracePt t="16643" x="501650" y="2930525"/>
          <p14:tracePt t="16644" x="512763" y="2930525"/>
          <p14:tracePt t="16656" x="581025" y="2919413"/>
          <p14:tracePt t="16662" x="627063" y="2913063"/>
          <p14:tracePt t="16677" x="712788" y="2906713"/>
          <p14:tracePt t="16683" x="752475" y="2906713"/>
          <p14:tracePt t="16690" x="798513" y="2901950"/>
          <p14:tracePt t="16697" x="827088" y="2901950"/>
          <p14:tracePt t="16704" x="849313" y="2901950"/>
          <p14:tracePt t="16719" x="877888" y="2901950"/>
          <p14:tracePt t="16725" x="889000" y="2901950"/>
          <p14:tracePt t="16739" x="900113" y="2906713"/>
          <p14:tracePt t="16746" x="911225" y="2919413"/>
          <p14:tracePt t="16753" x="923925" y="2930525"/>
          <p14:tracePt t="16760" x="935038" y="2941638"/>
          <p14:tracePt t="16774" x="952500" y="2963863"/>
          <p14:tracePt t="16788" x="974725" y="2981325"/>
          <p14:tracePt t="16795" x="992188" y="2992438"/>
          <p14:tracePt t="16801" x="1003300" y="3003550"/>
          <p14:tracePt t="16808" x="1020763" y="3021013"/>
          <p14:tracePt t="16815" x="1042988" y="3044825"/>
          <p14:tracePt t="16823" x="1065213" y="3067050"/>
          <p14:tracePt t="16836" x="1089025" y="3106738"/>
          <p14:tracePt t="16843" x="1100138" y="3124200"/>
          <p14:tracePt t="16857" x="1100138" y="3163888"/>
          <p14:tracePt t="16864" x="1100138" y="3192463"/>
          <p14:tracePt t="16878" x="1100138" y="3243263"/>
          <p14:tracePt t="16893" x="1093788" y="3282950"/>
          <p14:tracePt t="16901" x="1082675" y="3311525"/>
          <p14:tracePt t="16907" x="1077913" y="3324225"/>
          <p14:tracePt t="16913" x="1071563" y="3340100"/>
          <p14:tracePt t="16926" x="1060450" y="3357563"/>
          <p14:tracePt t="16940" x="1054100" y="3357563"/>
          <p14:tracePt t="16955" x="1054100" y="3363913"/>
          <p14:tracePt t="16969" x="1049338" y="3368675"/>
          <p14:tracePt t="16976" x="1036638" y="3375025"/>
          <p14:tracePt t="16977" x="1031875" y="3375025"/>
          <p14:tracePt t="16989" x="992188" y="3392488"/>
          <p14:tracePt t="17003" x="939800" y="3403600"/>
          <p14:tracePt t="17017" x="889000" y="3414713"/>
          <p14:tracePt t="17031" x="849313" y="3421063"/>
          <p14:tracePt t="17045" x="798513" y="3421063"/>
          <p14:tracePt t="17059" x="741363" y="3421063"/>
          <p14:tracePt t="17073" x="684213" y="3421063"/>
          <p14:tracePt t="17086" x="633413" y="3414713"/>
          <p14:tracePt t="17100" x="576263" y="3363913"/>
          <p14:tracePt t="17114" x="479425" y="3227388"/>
          <p14:tracePt t="17128" x="382588" y="3060700"/>
          <p14:tracePt t="17135" x="336550" y="2981325"/>
          <p14:tracePt t="17149" x="250825" y="2805113"/>
          <p14:tracePt t="17163" x="233363" y="2668588"/>
          <p14:tracePt t="17177" x="279400" y="2576513"/>
          <p14:tracePt t="17184" x="319088" y="2547938"/>
          <p14:tracePt t="17198" x="433388" y="2508250"/>
          <p14:tracePt t="17211" x="592138" y="2501900"/>
          <p14:tracePt t="17225" x="746125" y="2501900"/>
          <p14:tracePt t="17239" x="838200" y="2525713"/>
          <p14:tracePt t="17246" x="884238" y="2530475"/>
          <p14:tracePt t="17260" x="935038" y="2554288"/>
          <p14:tracePt t="17267" x="963613" y="2559050"/>
          <p14:tracePt t="17281" x="996950" y="2587625"/>
          <p14:tracePt t="17295" x="1031875" y="2633663"/>
          <p14:tracePt t="17309" x="1054100" y="2708275"/>
          <p14:tracePt t="17310" x="1054100" y="2725738"/>
          <p14:tracePt t="17323" x="1054100" y="2805113"/>
          <p14:tracePt t="17336" x="1036638" y="2919413"/>
          <p14:tracePt t="17350" x="1003300" y="3032125"/>
          <p14:tracePt t="17364" x="981075" y="3101975"/>
          <p14:tracePt t="17371" x="974725" y="3117850"/>
          <p14:tracePt t="17385" x="968375" y="3128963"/>
          <p14:tracePt t="17401" x="963613" y="3128963"/>
          <p14:tracePt t="17413" x="963613" y="3135313"/>
          <p14:tracePt t="17427" x="957263" y="3146425"/>
          <p14:tracePt t="17440" x="946150" y="3157538"/>
          <p14:tracePt t="17447" x="935038" y="3157538"/>
          <p14:tracePt t="17461" x="917575" y="3175000"/>
          <p14:tracePt t="17475" x="895350" y="3198813"/>
          <p14:tracePt t="17489" x="884238" y="3203575"/>
          <p14:tracePt t="17503" x="877888" y="3203575"/>
          <p14:tracePt t="17517" x="871538" y="3203575"/>
          <p14:tracePt t="17524" x="866775" y="3203575"/>
          <p14:tracePt t="17538" x="842963" y="3203575"/>
          <p14:tracePt t="17545" x="820738" y="3203575"/>
          <p14:tracePt t="17559" x="792163" y="3203575"/>
          <p14:tracePt t="17559" x="785813" y="3203575"/>
          <p14:tracePt t="17565" x="781050" y="3203575"/>
          <p14:tracePt t="17633" x="785813" y="3203575"/>
          <p14:tracePt t="17637" x="792163" y="3203575"/>
          <p14:tracePt t="17642" x="798513" y="3203575"/>
          <p14:tracePt t="17649" x="809625" y="3203575"/>
          <p14:tracePt t="17663" x="831850" y="3203575"/>
          <p14:tracePt t="17677" x="849313" y="3203575"/>
          <p14:tracePt t="17684" x="855663" y="3203575"/>
          <p14:tracePt t="17698" x="900113" y="3203575"/>
          <p14:tracePt t="17711" x="1042988" y="3198813"/>
          <p14:tracePt t="17718" x="1139825" y="3192463"/>
          <p14:tracePt t="17732" x="1379538" y="3186113"/>
          <p14:tracePt t="17739" x="1493838" y="3186113"/>
          <p14:tracePt t="17746" x="1595438" y="3186113"/>
          <p14:tracePt t="17753" x="1698625" y="3186113"/>
          <p14:tracePt t="17767" x="1892300" y="3198813"/>
          <p14:tracePt t="17774" x="1982788" y="3198813"/>
          <p14:tracePt t="17781" x="2052638" y="3209925"/>
          <p14:tracePt t="17788" x="2103438" y="3209925"/>
          <p14:tracePt t="17795" x="2149475" y="3209925"/>
          <p14:tracePt t="17801" x="2182813" y="3221038"/>
          <p14:tracePt t="17809" x="2217738" y="3221038"/>
          <p14:tracePt t="17815" x="2257425" y="3221038"/>
          <p14:tracePt t="17822" x="2297113" y="3221038"/>
          <p14:tracePt t="17829" x="2343150" y="3221038"/>
          <p14:tracePt t="17843" x="2433638" y="3227388"/>
          <p14:tracePt t="17850" x="2473325" y="3232150"/>
          <p14:tracePt t="17857" x="2508250" y="3232150"/>
          <p14:tracePt t="17864" x="2541588" y="3238500"/>
          <p14:tracePt t="17871" x="2570163" y="3238500"/>
          <p14:tracePt t="17885" x="2616200" y="3243263"/>
          <p14:tracePt t="17892" x="2644775" y="3243263"/>
          <p14:tracePt t="17906" x="2684463" y="3243263"/>
          <p14:tracePt t="17913" x="2706688" y="3238500"/>
          <p14:tracePt t="17927" x="2741613" y="3227388"/>
          <p14:tracePt t="17940" x="2781300" y="3221038"/>
          <p14:tracePt t="17954" x="2809875" y="3209925"/>
          <p14:tracePt t="17968" x="2816225" y="3209925"/>
          <p14:tracePt t="17991" x="2820988" y="3209925"/>
          <p14:tracePt t="18019" x="2827338" y="3209925"/>
          <p14:tracePt t="18115" x="2820988" y="3209925"/>
          <p14:tracePt t="18121" x="2816225" y="3203575"/>
          <p14:tracePt t="18124" x="2816225" y="3198813"/>
          <p14:tracePt t="18128" x="2809875" y="3198813"/>
          <p14:tracePt t="18142" x="2792413" y="3181350"/>
          <p14:tracePt t="18149" x="2781300" y="3170238"/>
          <p14:tracePt t="18163" x="2759075" y="3157538"/>
          <p14:tracePt t="18170" x="2747963" y="3152775"/>
          <p14:tracePt t="18184" x="2713038" y="3141663"/>
          <p14:tracePt t="18190" x="2701925" y="3141663"/>
          <p14:tracePt t="18205" x="2690813" y="3141663"/>
          <p14:tracePt t="18211" x="2684463" y="3141663"/>
          <p14:tracePt t="18226" x="2684463" y="3135313"/>
          <p14:tracePt t="18245" x="2679700" y="3135313"/>
          <p14:tracePt t="18257" x="2673350" y="3135313"/>
          <p14:tracePt t="18261" x="2667000" y="3135313"/>
          <p14:tracePt t="18267" x="2662238" y="3128963"/>
          <p14:tracePt t="18274" x="2651125" y="3128963"/>
          <p14:tracePt t="18281" x="2633663" y="3117850"/>
          <p14:tracePt t="18288" x="2609850" y="3113088"/>
          <p14:tracePt t="18295" x="2593975" y="3106738"/>
          <p14:tracePt t="18309" x="2536825" y="3078163"/>
          <p14:tracePt t="18315" x="2508250" y="3055938"/>
          <p14:tracePt t="18322" x="2479675" y="3038475"/>
          <p14:tracePt t="18329" x="2455863" y="3021013"/>
          <p14:tracePt t="18336" x="2433638" y="3003550"/>
          <p14:tracePt t="18343" x="2416175" y="2987675"/>
          <p14:tracePt t="18350" x="2387600" y="2970213"/>
          <p14:tracePt t="18364" x="2347913" y="2924175"/>
          <p14:tracePt t="18378" x="2314575" y="2890838"/>
          <p14:tracePt t="18385" x="2303463" y="2873375"/>
          <p14:tracePt t="18399" x="2303463" y="2844800"/>
          <p14:tracePt t="18406" x="2303463" y="2827338"/>
          <p14:tracePt t="18413" x="2308225" y="2809875"/>
          <p14:tracePt t="18427" x="2336800" y="2776538"/>
          <p14:tracePt t="18433" x="2347913" y="2759075"/>
          <p14:tracePt t="18447" x="2382838" y="2725738"/>
          <p14:tracePt t="18454" x="2400300" y="2719388"/>
          <p14:tracePt t="18468" x="2428875" y="2701925"/>
          <p14:tracePt t="18475" x="2451100" y="2697163"/>
          <p14:tracePt t="18489" x="2519363" y="2679700"/>
          <p14:tracePt t="18490" x="2536825" y="2673350"/>
          <p14:tracePt t="18491" x="2541588" y="2673350"/>
          <p14:tracePt t="18496" x="2565400" y="2668588"/>
          <p14:tracePt t="18510" x="2662238" y="2655888"/>
          <p14:tracePt t="18524" x="2759075" y="2655888"/>
          <p14:tracePt t="18531" x="2798763" y="2655888"/>
          <p14:tracePt t="18545" x="2889250" y="2668588"/>
          <p14:tracePt t="18559" x="2970213" y="2701925"/>
          <p14:tracePt t="18565" x="2992438" y="2713038"/>
          <p14:tracePt t="18579" x="3027363" y="2752725"/>
          <p14:tracePt t="18586" x="3038475" y="2770188"/>
          <p14:tracePt t="18600" x="3060700" y="2798763"/>
          <p14:tracePt t="18614" x="3071813" y="2827338"/>
          <p14:tracePt t="18621" x="3078163" y="2844800"/>
          <p14:tracePt t="18635" x="3095625" y="2906713"/>
          <p14:tracePt t="18642" x="3100388" y="2952750"/>
          <p14:tracePt t="18656" x="3128963" y="3067050"/>
          <p14:tracePt t="18657" x="3135313" y="3078163"/>
          <p14:tracePt t="18670" x="3152775" y="3152775"/>
          <p14:tracePt t="18676" x="3157538" y="3181350"/>
          <p14:tracePt t="18691" x="3168650" y="3221038"/>
          <p14:tracePt t="18704" x="3168650" y="3227388"/>
          <p14:tracePt t="18738" x="3168650" y="3232150"/>
          <p14:tracePt t="18741" x="3163888" y="3232150"/>
          <p14:tracePt t="18746" x="3157538" y="3238500"/>
          <p14:tracePt t="18753" x="3140075" y="3243263"/>
          <p14:tracePt t="18760" x="3117850" y="3254375"/>
          <p14:tracePt t="18774" x="3071813" y="3289300"/>
          <p14:tracePt t="18781" x="3038475" y="3311525"/>
          <p14:tracePt t="18795" x="2946400" y="3352800"/>
          <p14:tracePt t="18809" x="2832100" y="3379788"/>
          <p14:tracePt t="18815" x="2787650" y="3386138"/>
          <p14:tracePt t="18829" x="2713038" y="3386138"/>
          <p14:tracePt t="18843" x="2667000" y="3386138"/>
          <p14:tracePt t="18850" x="2644775" y="3386138"/>
          <p14:tracePt t="18864" x="2605088" y="3386138"/>
          <p14:tracePt t="18871" x="2593975" y="3386138"/>
          <p14:tracePt t="18885" x="2565400" y="3386138"/>
          <p14:tracePt t="18893" x="2554288" y="3386138"/>
          <p14:tracePt t="18902" x="2541588" y="3386138"/>
          <p14:tracePt t="18907" x="2536825" y="3379788"/>
          <p14:tracePt t="18913" x="2530475" y="3375025"/>
          <p14:tracePt t="18922" x="2525713" y="3363913"/>
          <p14:tracePt t="18929" x="2508250" y="3328988"/>
          <p14:tracePt t="18934" x="2484438" y="3278188"/>
          <p14:tracePt t="18948" x="2444750" y="3175000"/>
          <p14:tracePt t="18962" x="2387600" y="3073400"/>
          <p14:tracePt t="18975" x="2354263" y="3003550"/>
          <p14:tracePt t="18989" x="2354263" y="2970213"/>
          <p14:tracePt t="19003" x="2347913" y="2952750"/>
          <p14:tracePt t="19017" x="2347913" y="2924175"/>
          <p14:tracePt t="19031" x="2354263" y="2884488"/>
          <p14:tracePt t="19045" x="2365375" y="2844800"/>
          <p14:tracePt t="19052" x="2382838" y="2822575"/>
          <p14:tracePt t="19066" x="2416175" y="2770188"/>
          <p14:tracePt t="19079" x="2462213" y="2725738"/>
          <p14:tracePt t="19094" x="2501900" y="2701925"/>
          <p14:tracePt t="19095" x="2508250" y="2697163"/>
          <p14:tracePt t="19096" x="2513013" y="2697163"/>
          <p14:tracePt t="19107" x="2536825" y="2684463"/>
          <p14:tracePt t="19121" x="2570163" y="2679700"/>
          <p14:tracePt t="19135" x="2622550" y="2679700"/>
          <p14:tracePt t="19149" x="2673350" y="2690813"/>
          <p14:tracePt t="19156" x="2701925" y="2701925"/>
          <p14:tracePt t="19170" x="2776538" y="2736850"/>
          <p14:tracePt t="19184" x="2873375" y="2798763"/>
          <p14:tracePt t="19185" x="2889250" y="2809875"/>
          <p14:tracePt t="19185" x="2901950" y="2809875"/>
          <p14:tracePt t="19190" x="2941638" y="2844800"/>
          <p14:tracePt t="19205" x="3054350" y="2919413"/>
          <p14:tracePt t="19218" x="3140075" y="2970213"/>
          <p14:tracePt t="19232" x="3179763" y="2992438"/>
          <p14:tracePt t="19246" x="3186113" y="2998788"/>
          <p14:tracePt t="19300" x="3186113" y="3003550"/>
          <p14:tracePt t="19303" x="3186113" y="3009900"/>
          <p14:tracePt t="19309" x="3186113" y="3016250"/>
          <p14:tracePt t="19315" x="3175000" y="3044825"/>
          <p14:tracePt t="19322" x="3157538" y="3073400"/>
          <p14:tracePt t="19329" x="3135313" y="3106738"/>
          <p14:tracePt t="19336" x="3106738" y="3157538"/>
          <p14:tracePt t="19343" x="3071813" y="3203575"/>
          <p14:tracePt t="19357" x="2998788" y="3300413"/>
          <p14:tracePt t="19371" x="2941638" y="3352800"/>
          <p14:tracePt t="19378" x="2917825" y="3368675"/>
          <p14:tracePt t="19385" x="2895600" y="3379788"/>
          <p14:tracePt t="19392" x="2889250" y="3386138"/>
          <p14:tracePt t="19399" x="2878138" y="3386138"/>
          <p14:tracePt t="19406" x="2867025" y="3392488"/>
          <p14:tracePt t="19412" x="2860675" y="3392488"/>
          <p14:tracePt t="19419" x="2855913" y="3392488"/>
          <p14:tracePt t="19426" x="2849563" y="3392488"/>
          <p14:tracePt t="19433" x="2844800" y="3392488"/>
          <p14:tracePt t="19440" x="2838450" y="3397250"/>
          <p14:tracePt t="19447" x="2820988" y="3403600"/>
          <p14:tracePt t="19454" x="2805113" y="3403600"/>
          <p14:tracePt t="19468" x="2747963" y="3403600"/>
          <p14:tracePt t="19475" x="2701925" y="3403600"/>
          <p14:tracePt t="19489" x="2622550" y="3403600"/>
          <p14:tracePt t="19503" x="2565400" y="3403600"/>
          <p14:tracePt t="19517" x="2508250" y="3392488"/>
          <p14:tracePt t="19524" x="2490788" y="3386138"/>
          <p14:tracePt t="19538" x="2479675" y="3375025"/>
          <p14:tracePt t="19545" x="2473325" y="3368675"/>
          <p14:tracePt t="19559" x="2468563" y="3346450"/>
          <p14:tracePt t="19565" x="2462213" y="3335338"/>
          <p14:tracePt t="19579" x="2455863" y="3295650"/>
          <p14:tracePt t="19594" x="2451100" y="3238500"/>
          <p14:tracePt t="19595" x="2451100" y="3227388"/>
          <p14:tracePt t="19595" x="2451100" y="3221038"/>
          <p14:tracePt t="19607" x="2444750" y="3141663"/>
          <p14:tracePt t="19614" x="2439988" y="3101975"/>
          <p14:tracePt t="19628" x="2439988" y="3038475"/>
          <p14:tracePt t="19635" x="2439988" y="2998788"/>
          <p14:tracePt t="19650" x="2451100" y="2901950"/>
          <p14:tracePt t="19656" x="2451100" y="2878138"/>
          <p14:tracePt t="19663" x="2462213" y="2851150"/>
          <p14:tracePt t="19676" x="2473325" y="2809875"/>
          <p14:tracePt t="19684" x="2479675" y="2798763"/>
          <p14:tracePt t="19692" x="2479675" y="2794000"/>
          <p14:tracePt t="19699" x="2484438" y="2794000"/>
          <p14:tracePt t="19711" x="2484438" y="2787650"/>
          <p14:tracePt t="19718" x="2490788" y="2787650"/>
          <p14:tracePt t="19725" x="2490788" y="2781300"/>
          <p14:tracePt t="19739" x="2501900" y="2781300"/>
          <p14:tracePt t="19747" x="2508250" y="2781300"/>
          <p14:tracePt t="19760" x="2519363" y="2776538"/>
          <p14:tracePt t="19767" x="2536825" y="2776538"/>
          <p14:tracePt t="19781" x="2598738" y="2776538"/>
          <p14:tracePt t="19788" x="2644775" y="2787650"/>
          <p14:tracePt t="19795" x="2695575" y="2809875"/>
          <p14:tracePt t="19802" x="2763838" y="2833688"/>
          <p14:tracePt t="19809" x="2816225" y="2855913"/>
          <p14:tracePt t="19822" x="2928938" y="2895600"/>
          <p14:tracePt t="19829" x="2986088" y="2919413"/>
          <p14:tracePt t="19836" x="3032125" y="2941638"/>
          <p14:tracePt t="19850" x="3095625" y="2970213"/>
          <p14:tracePt t="19857" x="3111500" y="2976563"/>
          <p14:tracePt t="19864" x="3117850" y="2981325"/>
          <p14:tracePt t="19910" x="3117850" y="2987675"/>
          <p14:tracePt t="19914" x="3117850" y="2992438"/>
          <p14:tracePt t="19916" x="3117850" y="2998788"/>
          <p14:tracePt t="19919" x="3117850" y="3009900"/>
          <p14:tracePt t="19934" x="3089275" y="3067050"/>
          <p14:tracePt t="19935" x="3089275" y="3073400"/>
          <p14:tracePt t="19940" x="3078163" y="3101975"/>
          <p14:tracePt t="19947" x="3060700" y="3146425"/>
          <p14:tracePt t="19954" x="3043238" y="3186113"/>
          <p14:tracePt t="19968" x="3009900" y="3267075"/>
          <p14:tracePt t="19975" x="2998788" y="3289300"/>
          <p14:tracePt t="19982" x="2986088" y="3306763"/>
          <p14:tracePt t="19996" x="2974975" y="3317875"/>
          <p14:tracePt t="20003" x="2974975" y="3324225"/>
          <p14:tracePt t="20010" x="2970213" y="3328988"/>
          <p14:tracePt t="20024" x="2963863" y="3335338"/>
          <p14:tracePt t="20031" x="2957513" y="3340100"/>
          <p14:tracePt t="20045" x="2952750" y="3346450"/>
          <p14:tracePt t="20051" x="2946400" y="3352800"/>
          <p14:tracePt t="20059" x="2941638" y="3357563"/>
          <p14:tracePt t="20065" x="2935288" y="3357563"/>
          <p14:tracePt t="20069" x="2928938" y="3357563"/>
          <p14:tracePt t="20076" x="2924175" y="3357563"/>
          <p14:tracePt t="20082" x="2917825" y="3357563"/>
          <p14:tracePt t="20087" x="2901950" y="3357563"/>
          <p14:tracePt t="20100" x="2867025" y="3352800"/>
          <p14:tracePt t="20107" x="2844800" y="3340100"/>
          <p14:tracePt t="20121" x="2798763" y="3317875"/>
          <p14:tracePt t="20135" x="2752725" y="3282950"/>
          <p14:tracePt t="20142" x="2730500" y="3271838"/>
          <p14:tracePt t="20149" x="2713038" y="3260725"/>
          <p14:tracePt t="20163" x="2690813" y="3243263"/>
          <p14:tracePt t="20170" x="2673350" y="3227388"/>
          <p14:tracePt t="20176" x="2667000" y="3209925"/>
          <p14:tracePt t="20184" x="2662238" y="3186113"/>
          <p14:tracePt t="20190" x="2644775" y="3163888"/>
          <p14:tracePt t="20198" x="2627313" y="3135313"/>
          <p14:tracePt t="20211" x="2598738" y="3084513"/>
          <p14:tracePt t="20218" x="2581275" y="3060700"/>
          <p14:tracePt t="20232" x="2554288" y="3021013"/>
          <p14:tracePt t="20239" x="2547938" y="3009900"/>
          <p14:tracePt t="20246" x="2541588" y="3009900"/>
          <p14:tracePt t="22774" x="2547938" y="3009900"/>
          <p14:tracePt t="22777" x="2554288" y="3009900"/>
          <p14:tracePt t="22780" x="2559050" y="3009900"/>
          <p14:tracePt t="22788" x="2576513" y="3009900"/>
          <p14:tracePt t="22802" x="2667000" y="3016250"/>
          <p14:tracePt t="22816" x="2820988" y="3060700"/>
          <p14:tracePt t="22830" x="3038475" y="3117850"/>
          <p14:tracePt t="22844" x="3271838" y="3181350"/>
          <p14:tracePt t="22850" x="3408363" y="3209925"/>
          <p14:tracePt t="22857" x="3522663" y="3243263"/>
          <p14:tracePt t="22864" x="3641725" y="3267075"/>
          <p14:tracePt t="22871" x="3744913" y="3295650"/>
          <p14:tracePt t="22878" x="3841750" y="3317875"/>
          <p14:tracePt t="22885" x="3938588" y="3335338"/>
          <p14:tracePt t="22892" x="4029075" y="3346450"/>
          <p14:tracePt t="22902" x="4154488" y="3357563"/>
          <p14:tracePt t="22920" x="4303713" y="3363913"/>
          <p14:tracePt t="22934" x="4383088" y="3363913"/>
          <p14:tracePt t="22948" x="4429125" y="3357563"/>
          <p14:tracePt t="22961" x="4451350" y="3357563"/>
          <p14:tracePt t="22975" x="4475163" y="3357563"/>
          <p14:tracePt t="22989" x="4508500" y="3352800"/>
          <p14:tracePt t="23003" x="4543425" y="3340100"/>
          <p14:tracePt t="23017" x="4583113" y="3335338"/>
          <p14:tracePt t="23031" x="4640263" y="3311525"/>
          <p14:tracePt t="23045" x="4737100" y="3260725"/>
          <p14:tracePt t="23059" x="4838700" y="3209925"/>
          <p14:tracePt t="23073" x="4948238" y="3146425"/>
          <p14:tracePt t="23086" x="5027613" y="3101975"/>
          <p14:tracePt t="23100" x="5084763" y="3067050"/>
          <p14:tracePt t="23114" x="5135563" y="3044825"/>
          <p14:tracePt t="23128" x="5170488" y="3032125"/>
          <p14:tracePt t="23143" x="5175250" y="3032125"/>
          <p14:tracePt t="23224" x="5175250" y="3038475"/>
          <p14:tracePt t="23231" x="5175250" y="3044825"/>
          <p14:tracePt t="23386" x="5175250" y="3038475"/>
          <p14:tracePt t="23389" x="5175250" y="3032125"/>
          <p14:tracePt t="23392" x="5175250" y="3027363"/>
          <p14:tracePt t="23399" x="5175250" y="3016250"/>
          <p14:tracePt t="23413" x="5170488" y="2992438"/>
          <p14:tracePt t="23427" x="5164138" y="2976563"/>
          <p14:tracePt t="23434" x="5164138" y="2959100"/>
          <p14:tracePt t="23448" x="5157788" y="2947988"/>
          <p14:tracePt t="23454" x="5153025" y="2935288"/>
          <p14:tracePt t="23461" x="5153025" y="2930525"/>
          <p14:tracePt t="23468" x="5141913" y="2924175"/>
          <p14:tracePt t="23475" x="5141913" y="2913063"/>
          <p14:tracePt t="23482" x="5135563" y="2906713"/>
          <p14:tracePt t="23489" x="5129213" y="2906713"/>
          <p14:tracePt t="23503" x="5113338" y="2901950"/>
          <p14:tracePt t="23510" x="5106988" y="2901950"/>
          <p14:tracePt t="23524" x="5078413" y="2890838"/>
          <p14:tracePt t="23531" x="5060950" y="2884488"/>
          <p14:tracePt t="23545" x="5021263" y="2878138"/>
          <p14:tracePt t="23552" x="5010150" y="2878138"/>
          <p14:tracePt t="23559" x="4992688" y="2878138"/>
          <p14:tracePt t="23565" x="4987925" y="2878138"/>
          <p14:tracePt t="23573" x="4975225" y="2878138"/>
          <p14:tracePt t="23579" x="4970463" y="2878138"/>
          <p14:tracePt t="23586" x="4959350" y="2878138"/>
          <p14:tracePt t="23593" x="4953000" y="2878138"/>
          <p14:tracePt t="23600" x="4948238" y="2884488"/>
          <p14:tracePt t="23607" x="4941888" y="2884488"/>
          <p14:tracePt t="23614" x="4930775" y="2884488"/>
          <p14:tracePt t="23623" x="4924425" y="2884488"/>
          <p14:tracePt t="23636" x="4919663" y="2884488"/>
          <p14:tracePt t="23646" x="4913313" y="2884488"/>
          <p14:tracePt t="23661" x="4906963" y="2884488"/>
          <p14:tracePt t="23736" x="4902200" y="2884488"/>
          <p14:tracePt t="23743" x="4895850" y="2884488"/>
          <p14:tracePt t="23749" x="4891088" y="2884488"/>
          <p14:tracePt t="23751" x="4884738" y="2884488"/>
          <p14:tracePt t="23755" x="4878388" y="2884488"/>
          <p14:tracePt t="23767" x="4862513" y="2878138"/>
          <p14:tracePt t="23774" x="4849813" y="2873375"/>
          <p14:tracePt t="23788" x="4816475" y="2867025"/>
          <p14:tracePt t="23795" x="4805363" y="2862263"/>
          <p14:tracePt t="23809" x="4765675" y="2855913"/>
          <p14:tracePt t="23815" x="4748213" y="2855913"/>
          <p14:tracePt t="23823" x="4730750" y="2855913"/>
          <p14:tracePt t="23829" x="4719638" y="2855913"/>
          <p14:tracePt t="23843" x="4702175" y="2855913"/>
          <p14:tracePt t="23896" x="4702175" y="2851150"/>
          <p14:tracePt t="23897" x="4697413" y="2851150"/>
          <p14:tracePt t="23901" x="4697413" y="2844800"/>
          <p14:tracePt t="23916" x="4673600" y="2816225"/>
          <p14:tracePt t="23922" x="4668838" y="2798763"/>
          <p14:tracePt t="23928" x="4662488" y="2794000"/>
          <p14:tracePt t="23933" x="4656138" y="2787650"/>
          <p14:tracePt t="23939" x="4651375" y="2781300"/>
          <p14:tracePt t="23951" x="4645025" y="2781300"/>
          <p14:tracePt t="23953" x="4645025" y="2776538"/>
          <p14:tracePt t="24017" x="4640263" y="2776538"/>
          <p14:tracePt t="24020" x="4640263" y="2770188"/>
          <p14:tracePt t="24024" x="4633913" y="2770188"/>
          <p14:tracePt t="24031" x="4627563" y="2765425"/>
          <p14:tracePt t="24045" x="4616450" y="2747963"/>
          <p14:tracePt t="24059" x="4605338" y="2736850"/>
          <p14:tracePt t="24092" x="4600575" y="2736850"/>
          <p14:tracePt t="24101" x="4594225" y="2736850"/>
          <p14:tracePt t="24104" x="4587875" y="2736850"/>
          <p14:tracePt t="24109" x="4583113" y="2736850"/>
          <p14:tracePt t="24122" x="4559300" y="2736850"/>
          <p14:tracePt t="24135" x="4519613" y="2736850"/>
          <p14:tracePt t="24142" x="4497388" y="2741613"/>
          <p14:tracePt t="24156" x="4457700" y="2752725"/>
          <p14:tracePt t="24163" x="4446588" y="2759075"/>
          <p14:tracePt t="24170" x="4433888" y="2759075"/>
          <p14:tracePt t="24184" x="4429125" y="2759075"/>
          <p14:tracePt t="24261" x="4422775" y="2759075"/>
          <p14:tracePt t="24367" x="4429125" y="2759075"/>
          <p14:tracePt t="24369" x="4433888" y="2752725"/>
          <p14:tracePt t="24373" x="4440238" y="2752725"/>
          <p14:tracePt t="24378" x="4446588" y="2747963"/>
          <p14:tracePt t="24392" x="4479925" y="2741613"/>
          <p14:tracePt t="24399" x="4508500" y="2741613"/>
          <p14:tracePt t="24413" x="4565650" y="2736850"/>
          <p14:tracePt t="24420" x="4600575" y="2736850"/>
          <p14:tracePt t="24434" x="4673600" y="2736850"/>
          <p14:tracePt t="24448" x="4741863" y="2741613"/>
          <p14:tracePt t="24454" x="4781550" y="2752725"/>
          <p14:tracePt t="24461" x="4833938" y="2765425"/>
          <p14:tracePt t="24468" x="4884738" y="2765425"/>
          <p14:tracePt t="24475" x="4959350" y="2776538"/>
          <p14:tracePt t="24482" x="5027613" y="2781300"/>
          <p14:tracePt t="24489" x="5073650" y="2787650"/>
          <p14:tracePt t="24496" x="5100638" y="2798763"/>
          <p14:tracePt t="24510" x="5129213" y="2809875"/>
          <p14:tracePt t="24517" x="5141913" y="2822575"/>
          <p14:tracePt t="24524" x="5146675" y="2827338"/>
          <p14:tracePt t="24531" x="5146675" y="2833688"/>
          <p14:tracePt t="24538" x="5153025" y="2838450"/>
          <p14:tracePt t="24545" x="5153025" y="2855913"/>
          <p14:tracePt t="24559" x="5153025" y="2884488"/>
          <p14:tracePt t="24565" x="5153025" y="2901950"/>
          <p14:tracePt t="24573" x="5153025" y="2913063"/>
          <p14:tracePt t="24579" x="5153025" y="2930525"/>
          <p14:tracePt t="24586" x="5153025" y="2947988"/>
          <p14:tracePt t="24593" x="5153025" y="2959100"/>
          <p14:tracePt t="24600" x="5153025" y="2976563"/>
          <p14:tracePt t="24607" x="5153025" y="2992438"/>
          <p14:tracePt t="24614" x="5146675" y="3009900"/>
          <p14:tracePt t="24621" x="5141913" y="3038475"/>
          <p14:tracePt t="24628" x="5129213" y="3067050"/>
          <p14:tracePt t="24642" x="5113338" y="3128963"/>
          <p14:tracePt t="24656" x="5095875" y="3175000"/>
          <p14:tracePt t="24663" x="5095875" y="3192463"/>
          <p14:tracePt t="24670" x="5089525" y="3198813"/>
          <p14:tracePt t="24676" x="5089525" y="3203575"/>
          <p14:tracePt t="24686" x="5089525" y="3209925"/>
          <p14:tracePt t="24716" x="5084763" y="3209925"/>
          <p14:tracePt t="24720" x="5084763" y="3214688"/>
          <p14:tracePt t="24726" x="5078413" y="3214688"/>
          <p14:tracePt t="24732" x="5073650" y="3221038"/>
          <p14:tracePt t="24739" x="5045075" y="3238500"/>
          <p14:tracePt t="24753" x="4975225" y="3271838"/>
          <p14:tracePt t="24767" x="4873625" y="3311525"/>
          <p14:tracePt t="24774" x="4833938" y="3324225"/>
          <p14:tracePt t="24788" x="4737100" y="3328988"/>
          <p14:tracePt t="24795" x="4684713" y="3328988"/>
          <p14:tracePt t="24802" x="4627563" y="3328988"/>
          <p14:tracePt t="24809" x="4576763" y="3317875"/>
          <p14:tracePt t="24815" x="4519613" y="3300413"/>
          <p14:tracePt t="24822" x="4462463" y="3282950"/>
          <p14:tracePt t="24829" x="4418013" y="3271838"/>
          <p14:tracePt t="24836" x="4383088" y="3254375"/>
          <p14:tracePt t="24844" x="4349750" y="3243263"/>
          <p14:tracePt t="24850" x="4337050" y="3238500"/>
          <p14:tracePt t="24864" x="4308475" y="3221038"/>
          <p14:tracePt t="24871" x="4297363" y="3209925"/>
          <p14:tracePt t="24878" x="4286250" y="3198813"/>
          <p14:tracePt t="24885" x="4275138" y="3186113"/>
          <p14:tracePt t="24892" x="4268788" y="3163888"/>
          <p14:tracePt t="24899" x="4257675" y="3146425"/>
          <p14:tracePt t="24907" x="4251325" y="3124200"/>
          <p14:tracePt t="24916" x="4246563" y="3084513"/>
          <p14:tracePt t="24925" x="4246563" y="3055938"/>
          <p14:tracePt t="24930" x="4246563" y="3038475"/>
          <p14:tracePt t="24936" x="4246563" y="3021013"/>
          <p14:tracePt t="24941" x="4246563" y="3009900"/>
          <p14:tracePt t="24955" x="4246563" y="2987675"/>
          <p14:tracePt t="24969" x="4257675" y="2963863"/>
          <p14:tracePt t="24982" x="4275138" y="2941638"/>
          <p14:tracePt t="24996" x="4292600" y="2924175"/>
          <p14:tracePt t="25003" x="4314825" y="2919413"/>
          <p14:tracePt t="25017" x="4365625" y="2890838"/>
          <p14:tracePt t="25031" x="4433888" y="2862263"/>
          <p14:tracePt t="25045" x="4502150" y="2851150"/>
          <p14:tracePt t="25052" x="4525963" y="2844800"/>
          <p14:tracePt t="25066" x="4565650" y="2827338"/>
          <p14:tracePt t="25080" x="4583113" y="2822575"/>
          <p14:tracePt t="25117" x="4587875" y="2822575"/>
          <p14:tracePt t="25129" x="4594225" y="2822575"/>
          <p14:tracePt t="25131" x="4600575" y="2822575"/>
          <p14:tracePt t="25136" x="4605338" y="2827338"/>
          <p14:tracePt t="25144" x="4611688" y="2833688"/>
          <p14:tracePt t="25156" x="4627563" y="2844800"/>
          <p14:tracePt t="25163" x="4651375" y="2862263"/>
          <p14:tracePt t="25177" x="4702175" y="2895600"/>
          <p14:tracePt t="25184" x="4741863" y="2919413"/>
          <p14:tracePt t="25198" x="4838700" y="2959100"/>
          <p14:tracePt t="25204" x="4891088" y="2976563"/>
          <p14:tracePt t="25211" x="4948238" y="2981325"/>
          <p14:tracePt t="25225" x="5032375" y="2992438"/>
          <p14:tracePt t="25232" x="5060950" y="2992438"/>
          <p14:tracePt t="25239" x="5084763" y="2992438"/>
          <p14:tracePt t="25253" x="5100638" y="2998788"/>
          <p14:tracePt t="25279" x="5106988" y="2998788"/>
          <p14:tracePt t="25284" x="5106988" y="3003550"/>
          <p14:tracePt t="25297" x="5106988" y="3009900"/>
          <p14:tracePt t="25300" x="5113338" y="3009900"/>
          <p14:tracePt t="25309" x="5118100" y="3021013"/>
          <p14:tracePt t="25315" x="5118100" y="3032125"/>
          <p14:tracePt t="25322" x="5124450" y="3044825"/>
          <p14:tracePt t="25329" x="5129213" y="3049588"/>
          <p14:tracePt t="25344" x="5135563" y="3078163"/>
          <p14:tracePt t="25350" x="5141913" y="3089275"/>
          <p14:tracePt t="25364" x="5146675" y="3117850"/>
          <p14:tracePt t="25371" x="5146675" y="3135313"/>
          <p14:tracePt t="25378" x="5146675" y="3152775"/>
          <p14:tracePt t="25385" x="5146675" y="3170238"/>
          <p14:tracePt t="25392" x="5146675" y="3192463"/>
          <p14:tracePt t="25399" x="5146675" y="3209925"/>
          <p14:tracePt t="25413" x="5129213" y="3238500"/>
          <p14:tracePt t="25420" x="5129213" y="3254375"/>
          <p14:tracePt t="25427" x="5118100" y="3267075"/>
          <p14:tracePt t="25434" x="5113338" y="3278188"/>
          <p14:tracePt t="25448" x="5089525" y="3300413"/>
          <p14:tracePt t="25454" x="5078413" y="3311525"/>
          <p14:tracePt t="25468" x="5049838" y="3328988"/>
          <p14:tracePt t="25475" x="5038725" y="3340100"/>
          <p14:tracePt t="25483" x="5016500" y="3352800"/>
          <p14:tracePt t="25496" x="4975225" y="3368675"/>
          <p14:tracePt t="25503" x="4964113" y="3368675"/>
          <p14:tracePt t="25510" x="4953000" y="3375025"/>
          <p14:tracePt t="25517" x="4948238" y="3375025"/>
          <p14:tracePt t="25524" x="4948238" y="3379788"/>
          <p14:tracePt t="25538" x="4935538" y="3379788"/>
          <p14:tracePt t="25551" x="4935538" y="3386138"/>
          <p14:tracePt t="25553" x="4930775" y="3386138"/>
          <p14:tracePt t="25564" x="4930775" y="3392488"/>
          <p14:tracePt t="25565" x="4924425" y="3392488"/>
          <p14:tracePt t="25581" x="4919663" y="3392488"/>
          <p14:tracePt t="25800" x="4924425" y="3392488"/>
          <p14:tracePt t="25803" x="4930775" y="3392488"/>
          <p14:tracePt t="25809" x="4948238" y="3392488"/>
          <p14:tracePt t="25815" x="4981575" y="3392488"/>
          <p14:tracePt t="25829" x="5106988" y="3392488"/>
          <p14:tracePt t="25836" x="5170488" y="3392488"/>
          <p14:tracePt t="25844" x="5238750" y="3397250"/>
          <p14:tracePt t="25850" x="5307013" y="3397250"/>
          <p14:tracePt t="25857" x="5380038" y="3397250"/>
          <p14:tracePt t="25864" x="5461000" y="3397250"/>
          <p14:tracePt t="25871" x="5557838" y="3397250"/>
          <p14:tracePt t="25878" x="5630863" y="3397250"/>
          <p14:tracePt t="25885" x="5734050" y="3379788"/>
          <p14:tracePt t="25892" x="5842000" y="3357563"/>
          <p14:tracePt t="25899" x="5934075" y="3340100"/>
          <p14:tracePt t="25906" x="5995988" y="3324225"/>
          <p14:tracePt t="25913" x="6075363" y="3306763"/>
          <p14:tracePt t="25927" x="6178550" y="3271838"/>
          <p14:tracePt t="25934" x="6207125" y="3254375"/>
          <p14:tracePt t="25941" x="6224588" y="3243263"/>
          <p14:tracePt t="25947" x="6235700" y="3238500"/>
          <p14:tracePt t="25954" x="6246813" y="3238500"/>
          <p14:tracePt t="25968" x="6257925" y="3227388"/>
          <p14:tracePt t="25976" x="6270625" y="3209925"/>
          <p14:tracePt t="25989" x="6297613" y="3181350"/>
          <p14:tracePt t="25996" x="6303963" y="3163888"/>
          <p14:tracePt t="26003" x="6321425" y="3146425"/>
          <p14:tracePt t="26017" x="6338888" y="3095625"/>
          <p14:tracePt t="26024" x="6350000" y="3067050"/>
          <p14:tracePt t="26031" x="6350000" y="3044825"/>
          <p14:tracePt t="26045" x="6350000" y="3009900"/>
          <p14:tracePt t="26052" x="6350000" y="3003550"/>
          <p14:tracePt t="26096" x="6350000" y="2998788"/>
          <p14:tracePt t="26106" x="6350000" y="2992438"/>
          <p14:tracePt t="26109" x="6350000" y="2987675"/>
          <p14:tracePt t="26114" x="6350000" y="2976563"/>
          <p14:tracePt t="26121" x="6361113" y="2959100"/>
          <p14:tracePt t="26128" x="6367463" y="2930525"/>
          <p14:tracePt t="26135" x="6378575" y="2906713"/>
          <p14:tracePt t="26142" x="6389688" y="2884488"/>
          <p14:tracePt t="26156" x="6429375" y="2838450"/>
          <p14:tracePt t="26163" x="6451600" y="2822575"/>
          <p14:tracePt t="26177" x="6503988" y="2798763"/>
          <p14:tracePt t="26184" x="6519863" y="2794000"/>
          <p14:tracePt t="26191" x="6537325" y="2787650"/>
          <p14:tracePt t="26197" x="6554788" y="2787650"/>
          <p14:tracePt t="26204" x="6565900" y="2787650"/>
          <p14:tracePt t="26211" x="6572250" y="2787650"/>
          <p14:tracePt t="26218" x="6577013" y="2781300"/>
          <p14:tracePt t="26225" x="6583363" y="2781300"/>
          <p14:tracePt t="26232" x="6589713" y="2781300"/>
          <p14:tracePt t="26239" x="6605588" y="2781300"/>
          <p14:tracePt t="26246" x="6629400" y="2781300"/>
          <p14:tracePt t="26253" x="6662738" y="2781300"/>
          <p14:tracePt t="26260" x="6715125" y="2794000"/>
          <p14:tracePt t="26267" x="6770688" y="2805113"/>
          <p14:tracePt t="26274" x="6845300" y="2805113"/>
          <p14:tracePt t="26281" x="6913563" y="2816225"/>
          <p14:tracePt t="26288" x="6999288" y="2827338"/>
          <p14:tracePt t="26295" x="7067550" y="2844800"/>
          <p14:tracePt t="26302" x="7131050" y="2855913"/>
          <p14:tracePt t="26309" x="7188200" y="2873375"/>
          <p14:tracePt t="26316" x="7227888" y="2884488"/>
          <p14:tracePt t="26322" x="7261225" y="2901950"/>
          <p14:tracePt t="26329" x="7289800" y="2919413"/>
          <p14:tracePt t="26336" x="7307263" y="2935288"/>
          <p14:tracePt t="26343" x="7313613" y="2952750"/>
          <p14:tracePt t="26350" x="7324725" y="2970213"/>
          <p14:tracePt t="26357" x="7329488" y="2987675"/>
          <p14:tracePt t="26364" x="7329488" y="3009900"/>
          <p14:tracePt t="26371" x="7329488" y="3032125"/>
          <p14:tracePt t="26378" x="7329488" y="3055938"/>
          <p14:tracePt t="26385" x="7329488" y="3084513"/>
          <p14:tracePt t="26392" x="7329488" y="3106738"/>
          <p14:tracePt t="26399" x="7329488" y="3141663"/>
          <p14:tracePt t="26406" x="7324725" y="3181350"/>
          <p14:tracePt t="26413" x="7318375" y="3221038"/>
          <p14:tracePt t="26420" x="7307263" y="3267075"/>
          <p14:tracePt t="26427" x="7300913" y="3300413"/>
          <p14:tracePt t="26434" x="7289800" y="3328988"/>
          <p14:tracePt t="26440" x="7285038" y="3352800"/>
          <p14:tracePt t="26447" x="7285038" y="3368675"/>
          <p14:tracePt t="26454" x="7278688" y="3379788"/>
          <p14:tracePt t="26461" x="7267575" y="3392488"/>
          <p14:tracePt t="26469" x="7256463" y="3408363"/>
          <p14:tracePt t="26475" x="7243763" y="3414713"/>
          <p14:tracePt t="26482" x="7227888" y="3432175"/>
          <p14:tracePt t="26489" x="7204075" y="3449638"/>
          <p14:tracePt t="26497" x="7175500" y="3465513"/>
          <p14:tracePt t="26503" x="7142163" y="3482975"/>
          <p14:tracePt t="26510" x="7096125" y="3500438"/>
          <p14:tracePt t="26517" x="7045325" y="3517900"/>
          <p14:tracePt t="26524" x="6999288" y="3517900"/>
          <p14:tracePt t="26531" x="6959600" y="3517900"/>
          <p14:tracePt t="26538" x="6919913" y="3511550"/>
          <p14:tracePt t="26545" x="6884988" y="3482975"/>
          <p14:tracePt t="26552" x="6845300" y="3443288"/>
          <p14:tracePt t="26559" x="6805613" y="3397250"/>
          <p14:tracePt t="26566" x="6770688" y="3346450"/>
          <p14:tracePt t="26573" x="6737350" y="3289300"/>
          <p14:tracePt t="26579" x="6708775" y="3243263"/>
          <p14:tracePt t="26587" x="6680200" y="3198813"/>
          <p14:tracePt t="26593" x="6657975" y="3170238"/>
          <p14:tracePt t="26600" x="6640513" y="3146425"/>
          <p14:tracePt t="26607" x="6623050" y="3128963"/>
          <p14:tracePt t="26614" x="6600825" y="3113088"/>
          <p14:tracePt t="26621" x="6589713" y="3101975"/>
          <p14:tracePt t="26628" x="6577013" y="3095625"/>
          <p14:tracePt t="26635" x="6572250" y="3089275"/>
          <p14:tracePt t="26650" x="6572250" y="3084513"/>
          <p14:tracePt t="26655" x="6572250" y="3078163"/>
          <p14:tracePt t="26657" x="6572250" y="3073400"/>
          <p14:tracePt t="26663" x="6565900" y="3060700"/>
          <p14:tracePt t="26670" x="6565900" y="3044825"/>
          <p14:tracePt t="26677" x="6565900" y="3016250"/>
          <p14:tracePt t="26683" x="6554788" y="2987675"/>
          <p14:tracePt t="26691" x="6548438" y="2963863"/>
          <p14:tracePt t="26698" x="6537325" y="2941638"/>
          <p14:tracePt t="26704" x="6532563" y="2924175"/>
          <p14:tracePt t="26711" x="6519863" y="2919413"/>
          <p14:tracePt t="26718" x="6515100" y="2906713"/>
          <p14:tracePt t="26725" x="6515100" y="2901950"/>
          <p14:tracePt t="26732" x="6508750" y="2901950"/>
          <p14:tracePt t="26739" x="6508750" y="2895600"/>
          <p14:tracePt t="26770" x="6503988" y="2895600"/>
          <p14:tracePt t="26780" x="6503988" y="2890838"/>
          <p14:tracePt t="26955" x="6497638" y="2890838"/>
          <p14:tracePt t="26961" x="6492875" y="2890838"/>
          <p14:tracePt t="26962" x="6492875" y="2895600"/>
          <p14:tracePt t="26969" x="6480175" y="2906713"/>
          <p14:tracePt t="26982" x="6440488" y="2952750"/>
          <p14:tracePt t="26996" x="6394450" y="3009900"/>
          <p14:tracePt t="27003" x="6372225" y="3032125"/>
          <p14:tracePt t="27017" x="6326188" y="3067050"/>
          <p14:tracePt t="27024" x="6315075" y="3073400"/>
          <p14:tracePt t="27031" x="6303963" y="3073400"/>
          <p14:tracePt t="27038" x="6297613" y="3073400"/>
          <p14:tracePt t="27045" x="6286500" y="3073400"/>
          <p14:tracePt t="27052" x="6275388" y="3073400"/>
          <p14:tracePt t="27059" x="6257925" y="3073400"/>
          <p14:tracePt t="27065" x="6235700" y="3067050"/>
          <p14:tracePt t="27073" x="6200775" y="3060700"/>
          <p14:tracePt t="27079" x="6172200" y="3049588"/>
          <p14:tracePt t="27086" x="6145213" y="3038475"/>
          <p14:tracePt t="27093" x="6121400" y="3032125"/>
          <p14:tracePt t="27100" x="6099175" y="3021013"/>
          <p14:tracePt t="27114" x="6059488" y="3016250"/>
          <p14:tracePt t="27121" x="6046788" y="3009900"/>
          <p14:tracePt t="27170" x="6046788" y="3003550"/>
          <p14:tracePt t="27174" x="6053138" y="2998788"/>
          <p14:tracePt t="27178" x="6053138" y="2992438"/>
          <p14:tracePt t="27179" x="6059488" y="2987675"/>
          <p14:tracePt t="27183" x="6059488" y="2981325"/>
          <p14:tracePt t="27198" x="6092825" y="2919413"/>
          <p14:tracePt t="27211" x="6132513" y="2867025"/>
          <p14:tracePt t="27225" x="6196013" y="2822575"/>
          <p14:tracePt t="27239" x="6275388" y="2781300"/>
          <p14:tracePt t="27253" x="6343650" y="2747963"/>
          <p14:tracePt t="27267" x="6411913" y="2736850"/>
          <p14:tracePt t="27274" x="6440488" y="2730500"/>
          <p14:tracePt t="27281" x="6480175" y="2730500"/>
          <p14:tracePt t="27288" x="6508750" y="2725738"/>
          <p14:tracePt t="27295" x="6537325" y="2725738"/>
          <p14:tracePt t="27302" x="6561138" y="2725738"/>
          <p14:tracePt t="27309" x="6583363" y="2730500"/>
          <p14:tracePt t="27315" x="6605588" y="2736850"/>
          <p14:tracePt t="27322" x="6623050" y="2741613"/>
          <p14:tracePt t="27337" x="6662738" y="2776538"/>
          <p14:tracePt t="27343" x="6691313" y="2798763"/>
          <p14:tracePt t="27357" x="6765925" y="2867025"/>
          <p14:tracePt t="27364" x="6794500" y="2901950"/>
          <p14:tracePt t="27378" x="6845300" y="2963863"/>
          <p14:tracePt t="27392" x="6896100" y="3027363"/>
          <p14:tracePt t="27399" x="6919913" y="3060700"/>
          <p14:tracePt t="27406" x="6931025" y="3089275"/>
          <p14:tracePt t="27420" x="6942138" y="3141663"/>
          <p14:tracePt t="27427" x="6942138" y="3163888"/>
          <p14:tracePt t="27434" x="6942138" y="3186113"/>
          <p14:tracePt t="27441" x="6942138" y="3203575"/>
          <p14:tracePt t="27455" x="6942138" y="3232150"/>
          <p14:tracePt t="27462" x="6942138" y="3243263"/>
          <p14:tracePt t="27475" x="6924675" y="3260725"/>
          <p14:tracePt t="27482" x="6919913" y="3271838"/>
          <p14:tracePt t="27496" x="6896100" y="3282950"/>
          <p14:tracePt t="27503" x="6884988" y="3289300"/>
          <p14:tracePt t="27517" x="6856413" y="3300413"/>
          <p14:tracePt t="27524" x="6834188" y="3306763"/>
          <p14:tracePt t="27538" x="6788150" y="3317875"/>
          <p14:tracePt t="27545" x="6754813" y="3324225"/>
          <p14:tracePt t="27552" x="6715125" y="3324225"/>
          <p14:tracePt t="27560" x="6662738" y="3324225"/>
          <p14:tracePt t="27566" x="6623050" y="3324225"/>
          <p14:tracePt t="27580" x="6526213" y="3324225"/>
          <p14:tracePt t="27593" x="6435725" y="3317875"/>
          <p14:tracePt t="27607" x="6343650" y="3289300"/>
          <p14:tracePt t="27614" x="6292850" y="3271838"/>
          <p14:tracePt t="27628" x="6213475" y="3214688"/>
          <p14:tracePt t="27635" x="6172200" y="3170238"/>
          <p14:tracePt t="27642" x="6121400" y="3113088"/>
          <p14:tracePt t="27656" x="6013450" y="2987675"/>
          <p14:tracePt t="27663" x="5962650" y="2930525"/>
          <p14:tracePt t="27670" x="5905500" y="2878138"/>
          <p14:tracePt t="27677" x="5865813" y="2833688"/>
          <p14:tracePt t="27684" x="5842000" y="2794000"/>
          <p14:tracePt t="27698" x="5824538" y="2759075"/>
          <p14:tracePt t="27704" x="5824538" y="2752725"/>
          <p14:tracePt t="27718" x="5842000" y="2736850"/>
          <p14:tracePt t="27725" x="5865813" y="2719388"/>
          <p14:tracePt t="27739" x="5916613" y="2690813"/>
          <p14:tracePt t="27753" x="5956300" y="2662238"/>
          <p14:tracePt t="27754" x="5962650" y="2655888"/>
          <p14:tracePt t="27760" x="5978525" y="2651125"/>
          <p14:tracePt t="27775" x="6019800" y="2640013"/>
          <p14:tracePt t="27788" x="6088063" y="2633663"/>
          <p14:tracePt t="27795" x="6132513" y="2633663"/>
          <p14:tracePt t="27809" x="6246813" y="2633663"/>
          <p14:tracePt t="27810" x="6264275" y="2640013"/>
          <p14:tracePt t="27815" x="6310313" y="2640013"/>
          <p14:tracePt t="27830" x="6429375" y="2668588"/>
          <p14:tracePt t="27836" x="6497638" y="2697163"/>
          <p14:tracePt t="27850" x="6651625" y="2759075"/>
          <p14:tracePt t="27864" x="6777038" y="2822575"/>
          <p14:tracePt t="27872" x="6840538" y="2862263"/>
          <p14:tracePt t="27885" x="6924675" y="2930525"/>
          <p14:tracePt t="27892" x="6953250" y="2970213"/>
          <p14:tracePt t="27906" x="6992938" y="3032125"/>
          <p14:tracePt t="27916" x="7010400" y="3055938"/>
          <p14:tracePt t="27923" x="7016750" y="3073400"/>
          <p14:tracePt t="27929" x="7021513" y="3084513"/>
          <p14:tracePt t="27938" x="7021513" y="3101975"/>
          <p14:tracePt t="27944" x="7021513" y="3106738"/>
          <p14:tracePt t="27950" x="7021513" y="3124200"/>
          <p14:tracePt t="27956" x="7021513" y="3141663"/>
          <p14:tracePt t="27963" x="7021513" y="3163888"/>
          <p14:tracePt t="27969" x="7010400" y="3198813"/>
          <p14:tracePt t="27982" x="6977063" y="3260725"/>
          <p14:tracePt t="27996" x="6942138" y="3317875"/>
          <p14:tracePt t="28004" x="6919913" y="3340100"/>
          <p14:tracePt t="28017" x="6884988" y="3379788"/>
          <p14:tracePt t="28031" x="6862763" y="3403600"/>
          <p14:tracePt t="28045" x="6840538" y="3408363"/>
          <p14:tracePt t="28059" x="6811963" y="3414713"/>
          <p14:tracePt t="28073" x="6748463" y="3425825"/>
          <p14:tracePt t="28087" x="6669088" y="3432175"/>
          <p14:tracePt t="28100" x="6594475" y="3432175"/>
          <p14:tracePt t="28114" x="6526213" y="3403600"/>
          <p14:tracePt t="28129" x="6464300" y="3368675"/>
          <p14:tracePt t="28142" x="6394450" y="3317875"/>
          <p14:tracePt t="28156" x="6350000" y="3271838"/>
          <p14:tracePt t="28170" x="6310313" y="3238500"/>
          <p14:tracePt t="28177" x="6303963" y="3227388"/>
          <p14:tracePt t="28191" x="6297613" y="3221038"/>
          <p14:tracePt t="28205" x="6297613" y="3203575"/>
          <p14:tracePt t="28218" x="6315075" y="3170238"/>
          <p14:tracePt t="28232" x="6343650" y="3128963"/>
          <p14:tracePt t="28246" x="6372225" y="3084513"/>
          <p14:tracePt t="28260" x="6394450" y="3055938"/>
          <p14:tracePt t="28261" x="6407150" y="3049588"/>
          <p14:tracePt t="28267" x="6407150" y="3038475"/>
          <p14:tracePt t="28281" x="6423025" y="3021013"/>
          <p14:tracePt t="28295" x="6440488" y="2987675"/>
          <p14:tracePt t="28309" x="6464300" y="2959100"/>
          <p14:tracePt t="28323" x="6486525" y="2924175"/>
          <p14:tracePt t="28323" x="6492875" y="2919413"/>
          <p14:tracePt t="28337" x="6515100" y="2890838"/>
          <p14:tracePt t="28350" x="6543675" y="2867025"/>
          <p14:tracePt t="28364" x="6572250" y="2844800"/>
          <p14:tracePt t="28378" x="6600825" y="2838450"/>
          <p14:tracePt t="28385" x="6618288" y="2838450"/>
          <p14:tracePt t="28399" x="6669088" y="2827338"/>
          <p14:tracePt t="28413" x="6731000" y="2827338"/>
          <p14:tracePt t="28427" x="6805613" y="2844800"/>
          <p14:tracePt t="28441" x="6931025" y="2890838"/>
          <p14:tracePt t="28455" x="7096125" y="2952750"/>
          <p14:tracePt t="28469" x="7278688" y="3032125"/>
          <p14:tracePt t="28469" x="7296150" y="3038475"/>
          <p14:tracePt t="28475" x="7364413" y="3060700"/>
          <p14:tracePt t="28489" x="7507288" y="3113088"/>
          <p14:tracePt t="28503" x="7591425" y="3146425"/>
          <p14:tracePt t="28517" x="7712075" y="3221038"/>
          <p14:tracePt t="28531" x="7797800" y="3254375"/>
          <p14:tracePt t="28538" x="7826375" y="3260725"/>
          <p14:tracePt t="28552" x="7877175" y="3271838"/>
          <p14:tracePt t="28566" x="7923213" y="3271838"/>
          <p14:tracePt t="28573" x="7945438" y="3271838"/>
          <p14:tracePt t="28586" x="8002588" y="3249613"/>
          <p14:tracePt t="28600" x="8077200" y="3209925"/>
          <p14:tracePt t="28614" x="8150225" y="3175000"/>
          <p14:tracePt t="28628" x="8213725" y="3135313"/>
          <p14:tracePt t="28629" x="8218488" y="3135313"/>
          <p14:tracePt t="28630" x="8231188" y="3128963"/>
          <p14:tracePt t="28642" x="8270875" y="3095625"/>
          <p14:tracePt t="28657" x="8310563" y="3055938"/>
          <p14:tracePt t="28670" x="8339138" y="3038475"/>
          <p14:tracePt t="28684" x="8356600" y="3027363"/>
          <p14:tracePt t="28698" x="8372475" y="3009900"/>
          <p14:tracePt t="28712" x="8413750" y="2998788"/>
          <p14:tracePt t="28726" x="8464550" y="2987675"/>
          <p14:tracePt t="28739" x="8504238" y="2981325"/>
          <p14:tracePt t="28753" x="8526463" y="2976563"/>
          <p14:tracePt t="28760" x="8532813" y="2976563"/>
          <p14:tracePt t="28800" x="8532813" y="2970213"/>
          <p14:tracePt t="28832" x="8532813" y="2963863"/>
          <p14:tracePt t="28834" x="8526463" y="2963863"/>
          <p14:tracePt t="28836" x="8521700" y="2963863"/>
          <p14:tracePt t="28845" x="8515350" y="2963863"/>
          <p14:tracePt t="28857" x="8497888" y="2963863"/>
          <p14:tracePt t="28871" x="8469313" y="2963863"/>
          <p14:tracePt t="28885" x="8435975" y="2963863"/>
          <p14:tracePt t="28899" x="8396288" y="2963863"/>
          <p14:tracePt t="28916" x="8350250" y="2970213"/>
          <p14:tracePt t="28922" x="8332788" y="2970213"/>
          <p14:tracePt t="28927" x="8321675" y="2970213"/>
          <p14:tracePt t="28941" x="8299450" y="2970213"/>
          <p14:tracePt t="28955" x="8281988" y="2970213"/>
          <p14:tracePt t="28969" x="8264525" y="2970213"/>
          <p14:tracePt t="28969" x="8259763" y="2970213"/>
          <p14:tracePt t="28983" x="8235950" y="2963863"/>
          <p14:tracePt t="28996" x="8196263" y="2941638"/>
          <p14:tracePt t="29010" x="8162925" y="2919413"/>
          <p14:tracePt t="29024" x="8139113" y="2890838"/>
          <p14:tracePt t="29031" x="8128000" y="2878138"/>
          <p14:tracePt t="29045" x="8110538" y="2851150"/>
          <p14:tracePt t="29059" x="8093075" y="2816225"/>
          <p14:tracePt t="29073" x="8077200" y="2781300"/>
          <p14:tracePt t="29086" x="8070850" y="2752725"/>
          <p14:tracePt t="29101" x="8066088" y="2725738"/>
          <p14:tracePt t="29114" x="8066088" y="2713038"/>
          <p14:tracePt t="29128" x="8066088" y="2708275"/>
          <p14:tracePt t="29142" x="8070850" y="2708275"/>
          <p14:tracePt t="29143" x="8077200" y="2708275"/>
          <p14:tracePt t="29157" x="8081963" y="2708275"/>
          <p14:tracePt t="29164" x="8088313" y="2708275"/>
          <p14:tracePt t="29177" x="8093075" y="2708275"/>
          <p14:tracePt t="29199" x="8099425" y="2708275"/>
          <p14:tracePt t="29204" x="8105775" y="2708275"/>
          <p14:tracePt t="29211" x="8110538" y="2708275"/>
          <p14:tracePt t="29226" x="8121650" y="2708275"/>
          <p14:tracePt t="29226" x="8128000" y="2708275"/>
          <p14:tracePt t="29239" x="8139113" y="2708275"/>
          <p14:tracePt t="29253" x="8145463" y="2708275"/>
          <p14:tracePt t="29368" x="8145463" y="2713038"/>
          <p14:tracePt t="29377" x="8145463" y="2719388"/>
          <p14:tracePt t="29379" x="8139113" y="2719388"/>
          <p14:tracePt t="29380" x="8139113" y="2725738"/>
          <p14:tracePt t="29385" x="8139113" y="2730500"/>
          <p14:tracePt t="29392" x="8128000" y="2736850"/>
          <p14:tracePt t="29406" x="8110538" y="2759075"/>
          <p14:tracePt t="29420" x="8099425" y="2781300"/>
          <p14:tracePt t="29434" x="8099425" y="2787650"/>
          <p14:tracePt t="29797" x="8093075" y="2787650"/>
          <p14:tracePt t="29805" x="8088313" y="2787650"/>
          <p14:tracePt t="29807" x="8081963" y="2787650"/>
          <p14:tracePt t="29811" x="8077200" y="2787650"/>
          <p14:tracePt t="29823" x="8037513" y="2787650"/>
          <p14:tracePt t="29837" x="7985125" y="2787650"/>
          <p14:tracePt t="29843" x="7962900" y="2781300"/>
          <p14:tracePt t="29858" x="7934325" y="2770188"/>
          <p14:tracePt t="29864" x="7927975" y="2770188"/>
          <p14:tracePt t="29878" x="7927975" y="2765425"/>
          <p14:tracePt t="29906" x="7927975" y="2759075"/>
          <p14:tracePt t="29908" x="7923213" y="2759075"/>
          <p14:tracePt t="29914" x="7923213" y="2752725"/>
          <p14:tracePt t="29920" x="7923213" y="2741613"/>
          <p14:tracePt t="29934" x="7923213" y="2730500"/>
          <p14:tracePt t="29948" x="7923213" y="2719388"/>
          <p14:tracePt t="29983" x="7923213" y="2713038"/>
          <p14:tracePt t="29994" x="7923213" y="2708275"/>
          <p14:tracePt t="29997" x="7927975" y="2701925"/>
          <p14:tracePt t="30003" x="7934325" y="2701925"/>
          <p14:tracePt t="30010" x="7956550" y="2690813"/>
          <p14:tracePt t="30025" x="8020050" y="2662238"/>
          <p14:tracePt t="30038" x="8088313" y="2622550"/>
          <p14:tracePt t="30052" x="8185150" y="2576513"/>
          <p14:tracePt t="30066" x="8259763" y="2547938"/>
          <p14:tracePt t="30080" x="8315325" y="2536825"/>
          <p14:tracePt t="30093" x="8372475" y="2536825"/>
          <p14:tracePt t="30107" x="8458200" y="2587625"/>
          <p14:tracePt t="30121" x="8543925" y="2651125"/>
          <p14:tracePt t="30135" x="8629650" y="2708275"/>
          <p14:tracePt t="30149" x="8709025" y="2781300"/>
          <p14:tracePt t="30156" x="8755063" y="2809875"/>
          <p14:tracePt t="30163" x="8801100" y="2838450"/>
          <p14:tracePt t="30170" x="8840788" y="2862263"/>
          <p14:tracePt t="30177" x="8874125" y="2873375"/>
          <p14:tracePt t="30184" x="8902700" y="2890838"/>
          <p14:tracePt t="30191" x="8926513" y="2901950"/>
          <p14:tracePt t="30198" x="8955088" y="2913063"/>
          <p14:tracePt t="30204" x="8983663" y="2924175"/>
          <p14:tracePt t="30211" x="8999538" y="2935288"/>
          <p14:tracePt t="30219" x="9017000" y="2941638"/>
          <p14:tracePt t="30225" x="9034463" y="2947988"/>
          <p14:tracePt t="30232" x="9039225" y="2947988"/>
          <p14:tracePt t="30239" x="9045575" y="2947988"/>
          <p14:tracePt t="30254" x="9051925" y="2947988"/>
          <p14:tracePt t="30263" x="9051925" y="2952750"/>
          <p14:tracePt t="30275" x="9051925" y="2959100"/>
          <p14:tracePt t="30279" x="9056688" y="2959100"/>
          <p14:tracePt t="30283" x="9056688" y="2963863"/>
          <p14:tracePt t="30288" x="9063038" y="2976563"/>
          <p14:tracePt t="30295" x="9067800" y="2998788"/>
          <p14:tracePt t="30302" x="9074150" y="3016250"/>
          <p14:tracePt t="30309" x="9074150" y="3044825"/>
          <p14:tracePt t="30316" x="9074150" y="3067050"/>
          <p14:tracePt t="30323" x="9074150" y="3101975"/>
          <p14:tracePt t="30330" x="9074150" y="3135313"/>
          <p14:tracePt t="30337" x="9067800" y="3163888"/>
          <p14:tracePt t="30343" x="9063038" y="3186113"/>
          <p14:tracePt t="30350" x="9051925" y="3203575"/>
          <p14:tracePt t="30357" x="9039225" y="3221038"/>
          <p14:tracePt t="30364" x="9028113" y="3232150"/>
          <p14:tracePt t="30371" x="9012238" y="3243263"/>
          <p14:tracePt t="30378" x="8994775" y="3254375"/>
          <p14:tracePt t="30385" x="8970963" y="3260725"/>
          <p14:tracePt t="30392" x="8948738" y="3271838"/>
          <p14:tracePt t="30399" x="8913813" y="3278188"/>
          <p14:tracePt t="30406" x="8886825" y="3282950"/>
          <p14:tracePt t="30413" x="8840788" y="3295650"/>
          <p14:tracePt t="30420" x="8801100" y="3306763"/>
          <p14:tracePt t="30427" x="8748713" y="3311525"/>
          <p14:tracePt t="30434" x="8704263" y="3317875"/>
          <p14:tracePt t="30441" x="8651875" y="3328988"/>
          <p14:tracePt t="30448" x="8612188" y="3340100"/>
          <p14:tracePt t="30455" x="8561388" y="3346450"/>
          <p14:tracePt t="30461" x="8526463" y="3352800"/>
          <p14:tracePt t="30469" x="8493125" y="3352800"/>
          <p14:tracePt t="30475" x="8469313" y="3357563"/>
          <p14:tracePt t="30482" x="8447088" y="3357563"/>
          <p14:tracePt t="30489" x="8429625" y="3357563"/>
          <p14:tracePt t="30496" x="8418513" y="3357563"/>
          <p14:tracePt t="30503" x="8401050" y="3346450"/>
          <p14:tracePt t="30510" x="8367713" y="3328988"/>
          <p14:tracePt t="30517" x="8332788" y="3306763"/>
          <p14:tracePt t="30524" x="8281988" y="3260725"/>
          <p14:tracePt t="30531" x="8224838" y="3214688"/>
          <p14:tracePt t="30538" x="8150225" y="3163888"/>
          <p14:tracePt t="30545" x="8088313" y="3117850"/>
          <p14:tracePt t="30553" x="8002588" y="3060700"/>
          <p14:tracePt t="30560" x="7956550" y="3027363"/>
          <p14:tracePt t="30566" x="7912100" y="2998788"/>
          <p14:tracePt t="30573" x="7894638" y="2981325"/>
          <p14:tracePt t="30580" x="7888288" y="2976563"/>
          <p14:tracePt t="30587" x="7883525" y="2959100"/>
          <p14:tracePt t="30594" x="7883525" y="2952750"/>
          <p14:tracePt t="30601" x="7883525" y="2930525"/>
          <p14:tracePt t="30608" x="7883525" y="2906713"/>
          <p14:tracePt t="30614" x="7883525" y="2878138"/>
          <p14:tracePt t="30621" x="7883525" y="2855913"/>
          <p14:tracePt t="30628" x="7883525" y="2838450"/>
          <p14:tracePt t="30635" x="7883525" y="2809875"/>
          <p14:tracePt t="30642" x="7883525" y="2787650"/>
          <p14:tracePt t="30649" x="7883525" y="2752725"/>
          <p14:tracePt t="30656" x="7877175" y="2741613"/>
          <p14:tracePt t="30663" x="7877175" y="2725738"/>
          <p14:tracePt t="30670" x="7877175" y="2701925"/>
          <p14:tracePt t="30677" x="7877175" y="2684463"/>
          <p14:tracePt t="30684" x="7877175" y="2668588"/>
          <p14:tracePt t="30691" x="7877175" y="2655888"/>
          <p14:tracePt t="30698" x="7877175" y="2644775"/>
          <p14:tracePt t="30704" x="7877175" y="2640013"/>
          <p14:tracePt t="30711" x="7877175" y="2627313"/>
          <p14:tracePt t="30718" x="7877175" y="2622550"/>
          <p14:tracePt t="30725" x="7877175" y="2616200"/>
          <p14:tracePt t="30732" x="7877175" y="2611438"/>
          <p14:tracePt t="30739" x="7883525" y="2605088"/>
          <p14:tracePt t="30746" x="7888288" y="2605088"/>
          <p14:tracePt t="30753" x="7899400" y="2593975"/>
          <p14:tracePt t="30760" x="7923213" y="2587625"/>
          <p14:tracePt t="30767" x="7951788" y="2587625"/>
          <p14:tracePt t="30774" x="7991475" y="2587625"/>
          <p14:tracePt t="30781" x="8066088" y="2593975"/>
          <p14:tracePt t="30788" x="8128000" y="2605088"/>
          <p14:tracePt t="30795" x="8202613" y="2622550"/>
          <p14:tracePt t="30802" x="8293100" y="2651125"/>
          <p14:tracePt t="30809" x="8372475" y="2668588"/>
          <p14:tracePt t="30816" x="8469313" y="2690813"/>
          <p14:tracePt t="30823" x="8555038" y="2713038"/>
          <p14:tracePt t="30829" x="8636000" y="2719388"/>
          <p14:tracePt t="30837" x="8704263" y="2730500"/>
          <p14:tracePt t="30843" x="8748713" y="2741613"/>
          <p14:tracePt t="30850" x="8766175" y="2747963"/>
          <p14:tracePt t="30857" x="8783638" y="2747963"/>
          <p14:tracePt t="30882" x="8783638" y="2752725"/>
          <p14:tracePt t="30884" x="8788400" y="2752725"/>
          <p14:tracePt t="30888" x="8788400" y="2759075"/>
          <p14:tracePt t="30892" x="8788400" y="2765425"/>
          <p14:tracePt t="30900" x="8794750" y="2776538"/>
          <p14:tracePt t="30907" x="8812213" y="2805113"/>
          <p14:tracePt t="30914" x="8823325" y="2833688"/>
          <p14:tracePt t="30921" x="8834438" y="2855913"/>
          <p14:tracePt t="30934" x="8874125" y="2930525"/>
          <p14:tracePt t="30941" x="8891588" y="2963863"/>
          <p14:tracePt t="30955" x="8931275" y="3021013"/>
          <p14:tracePt t="30961" x="8942388" y="3038475"/>
          <p14:tracePt t="30975" x="8959850" y="3073400"/>
          <p14:tracePt t="30982" x="8966200" y="3084513"/>
          <p14:tracePt t="30989" x="8966200" y="3095625"/>
          <p14:tracePt t="30996" x="8966200" y="3113088"/>
          <p14:tracePt t="31010" x="8966200" y="3141663"/>
          <p14:tracePt t="31017" x="8966200" y="3157538"/>
          <p14:tracePt t="31031" x="8955088" y="3203575"/>
          <p14:tracePt t="31038" x="8948738" y="3227388"/>
          <p14:tracePt t="31052" x="8926513" y="3267075"/>
          <p14:tracePt t="31059" x="8913813" y="3278188"/>
          <p14:tracePt t="31073" x="8886825" y="3289300"/>
          <p14:tracePt t="31079" x="8874125" y="3300413"/>
          <p14:tracePt t="31086" x="8851900" y="3300413"/>
          <p14:tracePt t="31094" x="8829675" y="3300413"/>
          <p14:tracePt t="31100" x="8794750" y="3300413"/>
          <p14:tracePt t="31114" x="8697913" y="3300413"/>
          <p14:tracePt t="31121" x="8664575" y="3289300"/>
          <p14:tracePt t="31128" x="8601075" y="3278188"/>
          <p14:tracePt t="31135" x="8539163" y="3260725"/>
          <p14:tracePt t="31142" x="8464550" y="3243263"/>
          <p14:tracePt t="31149" x="8396288" y="3232150"/>
          <p14:tracePt t="31156" x="8321675" y="3221038"/>
          <p14:tracePt t="31163" x="8253413" y="3209925"/>
          <p14:tracePt t="31170" x="8174038" y="3198813"/>
          <p14:tracePt t="31177" x="8105775" y="3192463"/>
          <p14:tracePt t="31184" x="8037513" y="3181350"/>
          <p14:tracePt t="31190" x="7967663" y="3175000"/>
          <p14:tracePt t="31198" x="7912100" y="3163888"/>
          <p14:tracePt t="31212" x="7842250" y="3141663"/>
          <p14:tracePt t="31218" x="7831138" y="3135313"/>
          <p14:tracePt t="31225" x="7826375" y="3117850"/>
          <p14:tracePt t="31232" x="7826375" y="3101975"/>
          <p14:tracePt t="31239" x="7820025" y="3089275"/>
          <p14:tracePt t="31246" x="7820025" y="3067050"/>
          <p14:tracePt t="31253" x="7820025" y="3044825"/>
          <p14:tracePt t="31259" x="7820025" y="3016250"/>
          <p14:tracePt t="31264" x="7820025" y="2992438"/>
          <p14:tracePt t="31269" x="7820025" y="2970213"/>
          <p14:tracePt t="31274" x="7826375" y="2952750"/>
          <p14:tracePt t="31288" x="7842250" y="2906713"/>
          <p14:tracePt t="31295" x="7859713" y="2873375"/>
          <p14:tracePt t="31309" x="7888288" y="2827338"/>
          <p14:tracePt t="31315" x="7899400" y="2809875"/>
          <p14:tracePt t="31323" x="7912100" y="2798763"/>
          <p14:tracePt t="31329" x="7927975" y="2794000"/>
          <p14:tracePt t="31336" x="7940675" y="2787650"/>
          <p14:tracePt t="31343" x="7956550" y="2781300"/>
          <p14:tracePt t="31357" x="8020050" y="2776538"/>
          <p14:tracePt t="31364" x="8053388" y="2776538"/>
          <p14:tracePt t="31371" x="8105775" y="2776538"/>
          <p14:tracePt t="31378" x="8156575" y="2776538"/>
          <p14:tracePt t="31385" x="8213725" y="2776538"/>
          <p14:tracePt t="31392" x="8299450" y="2776538"/>
          <p14:tracePt t="31399" x="8385175" y="2776538"/>
          <p14:tracePt t="31406" x="8464550" y="2776538"/>
          <p14:tracePt t="31420" x="8618538" y="2776538"/>
          <p14:tracePt t="31427" x="8680450" y="2776538"/>
          <p14:tracePt t="31434" x="8732838" y="2776538"/>
          <p14:tracePt t="31441" x="8777288" y="2781300"/>
          <p14:tracePt t="31448" x="8816975" y="2787650"/>
          <p14:tracePt t="31454" x="8845550" y="2805113"/>
          <p14:tracePt t="31461" x="8869363" y="2816225"/>
          <p14:tracePt t="31468" x="8891588" y="2827338"/>
          <p14:tracePt t="31475" x="8909050" y="2844800"/>
          <p14:tracePt t="31489" x="8948738" y="2878138"/>
          <p14:tracePt t="31496" x="8966200" y="2901950"/>
          <p14:tracePt t="31503" x="8977313" y="2924175"/>
          <p14:tracePt t="31517" x="9012238" y="2987675"/>
          <p14:tracePt t="31524" x="9028113" y="3021013"/>
          <p14:tracePt t="31531" x="9045575" y="3060700"/>
          <p14:tracePt t="31538" x="9056688" y="3101975"/>
          <p14:tracePt t="31552" x="9085263" y="3157538"/>
          <p14:tracePt t="31559" x="9091613" y="3175000"/>
          <p14:tracePt t="31565" x="9096375" y="3181350"/>
          <p14:tracePt t="31572" x="9096375" y="3186113"/>
          <p14:tracePt t="31588" x="9102725" y="3192463"/>
          <p14:tracePt t="31591" x="9102725" y="3198813"/>
          <p14:tracePt t="31598" x="9102725" y="3203575"/>
          <p14:tracePt t="31602" x="9102725" y="3209925"/>
          <p14:tracePt t="31614" x="9096375" y="3243263"/>
          <p14:tracePt t="31621" x="9091613" y="3267075"/>
          <p14:tracePt t="31628" x="9080500" y="3282950"/>
          <p14:tracePt t="31635" x="9056688" y="3311525"/>
          <p14:tracePt t="31642" x="9039225" y="3328988"/>
          <p14:tracePt t="31649" x="9017000" y="3352800"/>
          <p14:tracePt t="31651" x="9012238" y="3357563"/>
          <p14:tracePt t="31656" x="8994775" y="3368675"/>
          <p14:tracePt t="31670" x="8931275" y="3397250"/>
          <p14:tracePt t="31677" x="8897938" y="3408363"/>
          <p14:tracePt t="31684" x="8863013" y="3408363"/>
          <p14:tracePt t="31698" x="8772525" y="3408363"/>
          <p14:tracePt t="31712" x="8664575" y="3403600"/>
          <p14:tracePt t="31718" x="8594725" y="3386138"/>
          <p14:tracePt t="31725" x="8539163" y="3375025"/>
          <p14:tracePt t="31732" x="8482013" y="3357563"/>
          <p14:tracePt t="31739" x="8401050" y="3328988"/>
          <p14:tracePt t="31746" x="8343900" y="3306763"/>
          <p14:tracePt t="31753" x="8281988" y="3267075"/>
          <p14:tracePt t="31760" x="8213725" y="3227388"/>
          <p14:tracePt t="31767" x="8162925" y="3186113"/>
          <p14:tracePt t="31774" x="8116888" y="3146425"/>
          <p14:tracePt t="31781" x="8070850" y="3106738"/>
          <p14:tracePt t="31788" x="8013700" y="3044825"/>
          <p14:tracePt t="31795" x="7974013" y="2992438"/>
          <p14:tracePt t="31802" x="7934325" y="2935288"/>
          <p14:tracePt t="31809" x="7905750" y="2873375"/>
          <p14:tracePt t="31823" x="7877175" y="2787650"/>
          <p14:tracePt t="31829" x="7877175" y="2747963"/>
          <p14:tracePt t="31836" x="7877175" y="2708275"/>
          <p14:tracePt t="31843" x="7894638" y="2679700"/>
          <p14:tracePt t="31850" x="7905750" y="2651125"/>
          <p14:tracePt t="31857" x="7923213" y="2633663"/>
          <p14:tracePt t="31864" x="7940675" y="2622550"/>
          <p14:tracePt t="31871" x="7951788" y="2616200"/>
          <p14:tracePt t="31878" x="7962900" y="2611438"/>
          <p14:tracePt t="31885" x="7974013" y="2605088"/>
          <p14:tracePt t="31892" x="7985125" y="2605088"/>
          <p14:tracePt t="31899" x="7996238" y="2605088"/>
          <p14:tracePt t="31906" x="8002588" y="2605088"/>
          <p14:tracePt t="31922" x="8037513" y="2605088"/>
          <p14:tracePt t="31927" x="8048625" y="2605088"/>
          <p14:tracePt t="31941" x="8081963" y="2605088"/>
          <p14:tracePt t="31948" x="8105775" y="2611438"/>
          <p14:tracePt t="31954" x="8134350" y="2616200"/>
          <p14:tracePt t="31969" x="8202613" y="2644775"/>
          <p14:tracePt t="31975" x="8235950" y="2655888"/>
          <p14:tracePt t="31989" x="8288338" y="2690813"/>
          <p14:tracePt t="31996" x="8310563" y="2713038"/>
          <p14:tracePt t="32003" x="8328025" y="2730500"/>
          <p14:tracePt t="32010" x="8356600" y="2752725"/>
          <p14:tracePt t="32024" x="8385175" y="2816225"/>
          <p14:tracePt t="32031" x="8401050" y="2851150"/>
          <p14:tracePt t="32038" x="8413750" y="2878138"/>
          <p14:tracePt t="32045" x="8429625" y="2906713"/>
          <p14:tracePt t="32052" x="8435975" y="2930525"/>
          <p14:tracePt t="32066" x="8453438" y="2987675"/>
          <p14:tracePt t="32073" x="8464550" y="3009900"/>
          <p14:tracePt t="32086" x="8464550" y="3044825"/>
          <p14:tracePt t="32093" x="8464550" y="3049588"/>
          <p14:tracePt t="32107" x="8464550" y="3078163"/>
          <p14:tracePt t="32114" x="8464550" y="3089275"/>
          <p14:tracePt t="32128" x="8453438" y="3117850"/>
          <p14:tracePt t="32135" x="8435975" y="3128963"/>
          <p14:tracePt t="32142" x="8424863" y="3157538"/>
          <p14:tracePt t="32149" x="8407400" y="3181350"/>
          <p14:tracePt t="32156" x="8385175" y="3203575"/>
          <p14:tracePt t="32163" x="8361363" y="3232150"/>
          <p14:tracePt t="32170" x="8339138" y="3254375"/>
          <p14:tracePt t="32177" x="8315325" y="3271838"/>
          <p14:tracePt t="32184" x="8293100" y="3295650"/>
          <p14:tracePt t="32191" x="8264525" y="3317875"/>
          <p14:tracePt t="32198" x="8242300" y="3335338"/>
          <p14:tracePt t="32205" x="8218488" y="3357563"/>
          <p14:tracePt t="32218" x="8156575" y="3408363"/>
          <p14:tracePt t="32225" x="8134350" y="3425825"/>
          <p14:tracePt t="32232" x="8105775" y="3454400"/>
          <p14:tracePt t="32239" x="8077200" y="3478213"/>
          <p14:tracePt t="32253" x="8002588" y="3557588"/>
          <p14:tracePt t="32260" x="7956550" y="3603625"/>
          <p14:tracePt t="32267" x="7894638" y="3665538"/>
          <p14:tracePt t="32274" x="7808913" y="3744913"/>
          <p14:tracePt t="32281" x="7729538" y="3808413"/>
          <p14:tracePt t="32288" x="7643813" y="3876675"/>
          <p14:tracePt t="32295" x="7540625" y="3956050"/>
          <p14:tracePt t="32302" x="7439025" y="4035425"/>
          <p14:tracePt t="32309" x="7346950" y="4105275"/>
          <p14:tracePt t="32323" x="7170738" y="4224338"/>
          <p14:tracePt t="32330" x="7102475" y="4270375"/>
          <p14:tracePt t="32336" x="7027863" y="4314825"/>
          <p14:tracePt t="32343" x="6953250" y="4367213"/>
          <p14:tracePt t="32350" x="6891338" y="4418013"/>
          <p14:tracePt t="32357" x="6823075" y="4481513"/>
          <p14:tracePt t="32364" x="6765925" y="4543425"/>
          <p14:tracePt t="32371" x="6697663" y="4629150"/>
          <p14:tracePt t="32385" x="6583363" y="4811713"/>
          <p14:tracePt t="32392" x="6532563" y="4926013"/>
          <p14:tracePt t="32399" x="6475413" y="5067300"/>
          <p14:tracePt t="32413" x="6389688" y="5307013"/>
          <p14:tracePt t="32420" x="6372225" y="5410200"/>
          <p14:tracePt t="32434" x="6338888" y="5621338"/>
          <p14:tracePt t="32448" x="6321425" y="5803900"/>
          <p14:tracePt t="32449" x="6321425" y="5826125"/>
          <p14:tracePt t="32462" x="6292850" y="5980113"/>
          <p14:tracePt t="32476" x="6235700" y="6162675"/>
          <p14:tracePt t="32489" x="6167438" y="6288088"/>
          <p14:tracePt t="32503" x="6103938" y="6350000"/>
          <p14:tracePt t="32517" x="6030913" y="6384925"/>
          <p14:tracePt t="32531" x="5949950" y="6402388"/>
          <p14:tracePt t="32545" x="5905500" y="6413500"/>
          <p14:tracePt t="32552" x="5888038" y="6418263"/>
          <p14:tracePt t="32566" x="5842000" y="6435725"/>
          <p14:tracePt t="32580" x="5768975" y="6492875"/>
          <p14:tracePt t="32594" x="5665788" y="6572250"/>
          <p14:tracePt t="32607" x="5551488" y="6653213"/>
          <p14:tracePt t="32621" x="5437188" y="6710363"/>
          <p14:tracePt t="32635" x="5340350" y="6750050"/>
          <p14:tracePt t="32649" x="5243513" y="6789738"/>
          <p14:tracePt t="32663" x="5153025" y="6823075"/>
          <p14:tracePt t="33183" x="0" y="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elo 3D 11" descr="Emoji Pensando">
                <a:extLst>
                  <a:ext uri="{FF2B5EF4-FFF2-40B4-BE49-F238E27FC236}">
                    <a16:creationId xmlns:a16="http://schemas.microsoft.com/office/drawing/2014/main" id="{F6837490-7382-0A38-5F70-71A1AE6CA3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0733604"/>
                  </p:ext>
                </p:extLst>
              </p:nvPr>
            </p:nvGraphicFramePr>
            <p:xfrm>
              <a:off x="0" y="-223340"/>
              <a:ext cx="1776043" cy="226991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776043" cy="2269915"/>
                    </a:xfrm>
                    <a:prstGeom prst="rect">
                      <a:avLst/>
                    </a:prstGeom>
                  </am3d:spPr>
                  <am3d:camera>
                    <am3d:pos x="0" y="0" z="783359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9687" d="1000000"/>
                    <am3d:preTrans dx="3" dy="-16951004" dz="-1048983"/>
                    <am3d:scale>
                      <am3d:sx n="1000000" d="1000000"/>
                      <am3d:sy n="1000000" d="1000000"/>
                      <am3d:sz n="1000000" d="1000000"/>
                    </am3d:scale>
                    <am3d:rot ax="1359085" ay="1668197" az="66088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1057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elo 3D 11" descr="Emoji Pensando">
                <a:extLst>
                  <a:ext uri="{FF2B5EF4-FFF2-40B4-BE49-F238E27FC236}">
                    <a16:creationId xmlns:a16="http://schemas.microsoft.com/office/drawing/2014/main" id="{F6837490-7382-0A38-5F70-71A1AE6CA3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23340"/>
                <a:ext cx="1776043" cy="2269915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Imagem 12">
            <a:extLst>
              <a:ext uri="{FF2B5EF4-FFF2-40B4-BE49-F238E27FC236}">
                <a16:creationId xmlns:a16="http://schemas.microsoft.com/office/drawing/2014/main" id="{280B4D6A-ED67-A8A0-992E-932C0C68C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48978"/>
            <a:ext cx="6619808" cy="377557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BBC53BB-A1E9-02F3-8646-10B784879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1649" y="2148978"/>
            <a:ext cx="5283201" cy="3775571"/>
          </a:xfrm>
          <a:prstGeom prst="rect">
            <a:avLst/>
          </a:prstGeom>
        </p:spPr>
      </p:pic>
      <p:pic>
        <p:nvPicPr>
          <p:cNvPr id="18" name="Áudio 17">
            <a:hlinkClick r:id="" action="ppaction://media"/>
            <a:extLst>
              <a:ext uri="{FF2B5EF4-FFF2-40B4-BE49-F238E27FC236}">
                <a16:creationId xmlns:a16="http://schemas.microsoft.com/office/drawing/2014/main" id="{14A10025-E3D1-840A-D788-A8E1AAC0E39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p:transition spd="slow" advTm="32979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020" x="5167313" y="6491288"/>
          <p14:tracePt t="4422" x="4992688" y="6846888"/>
          <p14:tracePt t="4422" x="4992688" y="6840538"/>
          <p14:tracePt t="4425" x="4987925" y="6829425"/>
          <p14:tracePt t="4431" x="4987925" y="6807200"/>
          <p14:tracePt t="4438" x="4987925" y="6754813"/>
          <p14:tracePt t="4452" x="4953000" y="6613525"/>
          <p14:tracePt t="4466" x="4895850" y="6402388"/>
          <p14:tracePt t="4479" x="4827588" y="6156325"/>
          <p14:tracePt t="4494" x="4776788" y="5922963"/>
          <p14:tracePt t="4503" x="4759325" y="5826125"/>
          <p14:tracePt t="4509" x="4759325" y="5780088"/>
          <p14:tracePt t="4514" x="4759325" y="5764213"/>
          <p14:tracePt t="4528" x="4759325" y="5751513"/>
          <p14:tracePt t="4586" x="4765675" y="5751513"/>
          <p14:tracePt t="4592" x="4770438" y="5751513"/>
          <p14:tracePt t="4594" x="4776788" y="5751513"/>
          <p14:tracePt t="4598" x="4781550" y="5751513"/>
          <p14:tracePt t="4612" x="4805363" y="5740400"/>
          <p14:tracePt t="4618" x="4822825" y="5729288"/>
          <p14:tracePt t="4632" x="4862513" y="5683250"/>
          <p14:tracePt t="4633" x="4867275" y="5678488"/>
          <p14:tracePt t="4633" x="4873625" y="5665788"/>
          <p14:tracePt t="4639" x="4891088" y="5638800"/>
          <p14:tracePt t="4653" x="4953000" y="5524500"/>
          <p14:tracePt t="4660" x="4981575" y="5461000"/>
          <p14:tracePt t="4667" x="4992688" y="5403850"/>
          <p14:tracePt t="4681" x="4999038" y="5238750"/>
          <p14:tracePt t="4682" x="4999038" y="5199063"/>
          <p14:tracePt t="4682" x="4999038" y="5192713"/>
          <p14:tracePt t="4695" x="4975225" y="5027613"/>
          <p14:tracePt t="4709" x="4884738" y="4805363"/>
          <p14:tracePt t="4709" x="4873625" y="4776788"/>
          <p14:tracePt t="4710" x="4867275" y="4760913"/>
          <p14:tracePt t="4711" x="4856163" y="4743450"/>
          <p14:tracePt t="4715" x="4838700" y="4714875"/>
          <p14:tracePt t="4722" x="4752975" y="4611688"/>
          <p14:tracePt t="4729" x="4645025" y="4503738"/>
          <p14:tracePt t="4736" x="4514850" y="4406900"/>
          <p14:tracePt t="4743" x="4371975" y="4321175"/>
          <p14:tracePt t="4750" x="4235450" y="4257675"/>
          <p14:tracePt t="4757" x="4052888" y="4195763"/>
          <p14:tracePt t="4764" x="3876675" y="4144963"/>
          <p14:tracePt t="4771" x="3722688" y="4110038"/>
          <p14:tracePt t="4785" x="3465513" y="4087813"/>
          <p14:tracePt t="4792" x="3386138" y="4087813"/>
          <p14:tracePt t="4793" x="3362325" y="4087813"/>
          <p14:tracePt t="4806" x="3317875" y="4092575"/>
          <p14:tracePt t="4812" x="3305175" y="4098925"/>
          <p14:tracePt t="4819" x="3300413" y="4105275"/>
          <p14:tracePt t="5325" x="3294063" y="4105275"/>
          <p14:tracePt t="5328" x="3289300" y="4105275"/>
          <p14:tracePt t="5333" x="3278188" y="4105275"/>
          <p14:tracePt t="5340" x="3254375" y="4105275"/>
          <p14:tracePt t="5355" x="3186113" y="4116388"/>
          <p14:tracePt t="5368" x="3117850" y="4127500"/>
          <p14:tracePt t="5375" x="3089275" y="4132263"/>
          <p14:tracePt t="5382" x="3054350" y="4144963"/>
          <p14:tracePt t="5396" x="2981325" y="4160838"/>
          <p14:tracePt t="5403" x="2935288" y="4173538"/>
          <p14:tracePt t="5410" x="2884488" y="4195763"/>
          <p14:tracePt t="5417" x="2838450" y="4213225"/>
          <p14:tracePt t="5431" x="2759075" y="4252913"/>
          <p14:tracePt t="5438" x="2719388" y="4275138"/>
          <p14:tracePt t="5444" x="2684463" y="4292600"/>
          <p14:tracePt t="5459" x="2644775" y="4314825"/>
          <p14:tracePt t="5473" x="2622550" y="4321175"/>
          <p14:tracePt t="5486" x="2609850" y="4327525"/>
          <p14:tracePt t="5501" x="2593975" y="4327525"/>
          <p14:tracePt t="5514" x="2587625" y="4327525"/>
          <p14:tracePt t="5591" x="2587625" y="4321175"/>
          <p14:tracePt t="5594" x="2587625" y="4314825"/>
          <p14:tracePt t="5599" x="2587625" y="4310063"/>
          <p14:tracePt t="5599" x="2587625" y="4303713"/>
          <p14:tracePt t="5600" x="2587625" y="4298950"/>
          <p14:tracePt t="5604" x="2587625" y="4292600"/>
          <p14:tracePt t="5618" x="2587625" y="4235450"/>
          <p14:tracePt t="5632" x="2587625" y="4167188"/>
          <p14:tracePt t="5633" x="2587625" y="4144963"/>
          <p14:tracePt t="5639" x="2587625" y="4105275"/>
          <p14:tracePt t="5646" x="2581275" y="4035425"/>
          <p14:tracePt t="5660" x="2576513" y="3870325"/>
          <p14:tracePt t="5674" x="2559050" y="3705225"/>
          <p14:tracePt t="5681" x="2547938" y="3614738"/>
          <p14:tracePt t="5688" x="2541588" y="3522663"/>
          <p14:tracePt t="5695" x="2541588" y="3432175"/>
          <p14:tracePt t="5702" x="2541588" y="3368675"/>
          <p14:tracePt t="5703" x="2541588" y="3346450"/>
          <p14:tracePt t="5704" x="2541588" y="3328988"/>
          <p14:tracePt t="5705" x="2541588" y="3324225"/>
          <p14:tracePt t="5708" x="2541588" y="3306763"/>
          <p14:tracePt t="5715" x="2541588" y="3260725"/>
          <p14:tracePt t="5722" x="2547938" y="3203575"/>
          <p14:tracePt t="5729" x="2559050" y="3146425"/>
          <p14:tracePt t="5736" x="2576513" y="3095625"/>
          <p14:tracePt t="5743" x="2598738" y="3038475"/>
          <p14:tracePt t="5750" x="2627313" y="2981325"/>
          <p14:tracePt t="5757" x="2662238" y="2924175"/>
          <p14:tracePt t="5764" x="2719388" y="2867025"/>
          <p14:tracePt t="5771" x="2776538" y="2816225"/>
          <p14:tracePt t="5785" x="2952750" y="2719388"/>
          <p14:tracePt t="5792" x="3082925" y="2668588"/>
          <p14:tracePt t="5798" x="3236913" y="2633663"/>
          <p14:tracePt t="5805" x="3408363" y="2600325"/>
          <p14:tracePt t="5812" x="3613150" y="2571750"/>
          <p14:tracePt t="5827" x="4070350" y="2536825"/>
          <p14:tracePt t="5828" x="4178300" y="2536825"/>
          <p14:tracePt t="5833" x="4297363" y="2536825"/>
          <p14:tracePt t="5841" x="4497388" y="2543175"/>
          <p14:tracePt t="5854" x="4867275" y="2605088"/>
          <p14:tracePt t="5868" x="5095875" y="2701925"/>
          <p14:tracePt t="5869" x="5113338" y="2719388"/>
          <p14:tracePt t="5870" x="5124450" y="2719388"/>
          <p14:tracePt t="5875" x="5164138" y="2752725"/>
          <p14:tracePt t="5890" x="5221288" y="2878138"/>
          <p14:tracePt t="5891" x="5221288" y="2884488"/>
          <p14:tracePt t="5891" x="5221288" y="2895600"/>
          <p14:tracePt t="5904" x="5203825" y="2998788"/>
          <p14:tracePt t="5905" x="5186363" y="3016250"/>
          <p14:tracePt t="5905" x="5186363" y="3027363"/>
          <p14:tracePt t="5917" x="5118100" y="3128963"/>
          <p14:tracePt t="5924" x="5027613" y="3238500"/>
          <p14:tracePt t="5931" x="4941888" y="3328988"/>
          <p14:tracePt t="5937" x="4838700" y="3436938"/>
          <p14:tracePt t="5944" x="4679950" y="3579813"/>
          <p14:tracePt t="5951" x="4530725" y="3694113"/>
          <p14:tracePt t="5958" x="4411663" y="3784600"/>
          <p14:tracePt t="5965" x="4264025" y="3887788"/>
          <p14:tracePt t="5972" x="4149725" y="3962400"/>
          <p14:tracePt t="5987" x="3956050" y="4059238"/>
          <p14:tracePt t="5993" x="3863975" y="4092575"/>
          <p14:tracePt t="6000" x="3802063" y="4098925"/>
          <p14:tracePt t="6007" x="3756025" y="4105275"/>
          <p14:tracePt t="6014" x="3709988" y="4105275"/>
          <p14:tracePt t="6021" x="3652838" y="4105275"/>
          <p14:tracePt t="6028" x="3613150" y="4105275"/>
          <p14:tracePt t="6035" x="3568700" y="4110038"/>
          <p14:tracePt t="6042" x="3544888" y="4110038"/>
          <p14:tracePt t="6049" x="3516313" y="4116388"/>
          <p14:tracePt t="6063" x="3476625" y="4121150"/>
          <p14:tracePt t="6077" x="3454400" y="4127500"/>
          <p14:tracePt t="6083" x="3443288" y="4127500"/>
          <p14:tracePt t="6090" x="3436938" y="4127500"/>
          <p14:tracePt t="6098" x="3425825" y="4127500"/>
          <p14:tracePt t="6113" x="3419475" y="4127500"/>
          <p14:tracePt t="6145" x="3414713" y="4127500"/>
          <p14:tracePt t="6151" x="3408363" y="4127500"/>
          <p14:tracePt t="6155" x="3403600" y="4121150"/>
          <p14:tracePt t="6160" x="3390900" y="4105275"/>
          <p14:tracePt t="6167" x="3375025" y="4087813"/>
          <p14:tracePt t="6174" x="3340100" y="4052888"/>
          <p14:tracePt t="6181" x="3294063" y="4013200"/>
          <p14:tracePt t="6195" x="3192463" y="3938588"/>
          <p14:tracePt t="6209" x="3071813" y="3876675"/>
          <p14:tracePt t="6223" x="2992438" y="3841750"/>
          <p14:tracePt t="6229" x="2946400" y="3830638"/>
          <p14:tracePt t="6237" x="2917825" y="3825875"/>
          <p14:tracePt t="6250" x="2855913" y="3808413"/>
          <p14:tracePt t="6257" x="2827338" y="3797300"/>
          <p14:tracePt t="6264" x="2798763" y="3797300"/>
          <p14:tracePt t="6271" x="2781300" y="3790950"/>
          <p14:tracePt t="6279" x="2763838" y="3784600"/>
          <p14:tracePt t="6286" x="2747963" y="3773488"/>
          <p14:tracePt t="6293" x="2735263" y="3768725"/>
          <p14:tracePt t="6306" x="2730500" y="3756025"/>
          <p14:tracePt t="6313" x="2724150" y="3756025"/>
          <p14:tracePt t="6320" x="2724150" y="3751263"/>
          <p14:tracePt t="6332" x="2724150" y="3744913"/>
          <p14:tracePt t="6337" x="2724150" y="3740150"/>
          <p14:tracePt t="6343" x="2724150" y="3729038"/>
          <p14:tracePt t="6348" x="2724150" y="3722688"/>
          <p14:tracePt t="6355" x="2724150" y="3705225"/>
          <p14:tracePt t="6361" x="2724150" y="3676650"/>
          <p14:tracePt t="6368" x="2719388" y="3648075"/>
          <p14:tracePt t="6375" x="2713038" y="3619500"/>
          <p14:tracePt t="6382" x="2713038" y="3579813"/>
          <p14:tracePt t="6389" x="2713038" y="3551238"/>
          <p14:tracePt t="6396" x="2719388" y="3517900"/>
          <p14:tracePt t="6403" x="2724150" y="3482975"/>
          <p14:tracePt t="6410" x="2735263" y="3460750"/>
          <p14:tracePt t="6417" x="2747963" y="3432175"/>
          <p14:tracePt t="6424" x="2759075" y="3403600"/>
          <p14:tracePt t="6438" x="2792413" y="3335338"/>
          <p14:tracePt t="6445" x="2809875" y="3295650"/>
          <p14:tracePt t="6452" x="2838450" y="3243263"/>
          <p14:tracePt t="6459" x="2860675" y="3203575"/>
          <p14:tracePt t="6466" x="2884488" y="3146425"/>
          <p14:tracePt t="6472" x="2906713" y="3095625"/>
          <p14:tracePt t="6480" x="2941638" y="3044825"/>
          <p14:tracePt t="6487" x="2970213" y="2998788"/>
          <p14:tracePt t="6500" x="3049588" y="2930525"/>
          <p14:tracePt t="6507" x="3095625" y="2906713"/>
          <p14:tracePt t="6514" x="3140075" y="2890838"/>
          <p14:tracePt t="6521" x="3192463" y="2878138"/>
          <p14:tracePt t="6528" x="3243263" y="2867025"/>
          <p14:tracePt t="6535" x="3289300" y="2862263"/>
          <p14:tracePt t="6542" x="3340100" y="2862263"/>
          <p14:tracePt t="6549" x="3397250" y="2862263"/>
          <p14:tracePt t="6556" x="3430588" y="2862263"/>
          <p14:tracePt t="6563" x="3471863" y="2867025"/>
          <p14:tracePt t="6577" x="3544888" y="2895600"/>
          <p14:tracePt t="6584" x="3590925" y="2924175"/>
          <p14:tracePt t="6590" x="3636963" y="2959100"/>
          <p14:tracePt t="6597" x="3694113" y="3003550"/>
          <p14:tracePt t="6604" x="3756025" y="3055938"/>
          <p14:tracePt t="6611" x="3819525" y="3113088"/>
          <p14:tracePt t="6618" x="3876675" y="3170238"/>
          <p14:tracePt t="6625" x="3927475" y="3214688"/>
          <p14:tracePt t="6632" x="3967163" y="3260725"/>
          <p14:tracePt t="6639" x="4002088" y="3300413"/>
          <p14:tracePt t="6646" x="4017963" y="3328988"/>
          <p14:tracePt t="6653" x="4029075" y="3357563"/>
          <p14:tracePt t="6660" x="4035425" y="3379788"/>
          <p14:tracePt t="6669" x="4035425" y="3408363"/>
          <p14:tracePt t="6677" x="4029075" y="3443288"/>
          <p14:tracePt t="6686" x="4017963" y="3478213"/>
          <p14:tracePt t="6687" x="4006850" y="3494088"/>
          <p14:tracePt t="6688" x="4006850" y="3500438"/>
          <p14:tracePt t="6689" x="4006850" y="3505200"/>
          <p14:tracePt t="6690" x="4002088" y="3511550"/>
          <p14:tracePt t="6691" x="3995738" y="3517900"/>
          <p14:tracePt t="6695" x="3984625" y="3529013"/>
          <p14:tracePt t="6696" x="3978275" y="3533775"/>
          <p14:tracePt t="6697" x="3978275" y="3540125"/>
          <p14:tracePt t="6697" x="3973513" y="3546475"/>
          <p14:tracePt t="6699" x="3967163" y="3546475"/>
          <p14:tracePt t="6702" x="3956050" y="3568700"/>
          <p14:tracePt t="6703" x="3949700" y="3568700"/>
          <p14:tracePt t="6704" x="3949700" y="3575050"/>
          <p14:tracePt t="6706" x="3932238" y="3586163"/>
          <p14:tracePt t="6712" x="3903663" y="3608388"/>
          <p14:tracePt t="6718" x="3870325" y="3636963"/>
          <p14:tracePt t="6724" x="3830638" y="3659188"/>
          <p14:tracePt t="6734" x="3744913" y="3705225"/>
          <p14:tracePt t="6740" x="3694113" y="3729038"/>
          <p14:tracePt t="6745" x="3648075" y="3744913"/>
          <p14:tracePt t="6750" x="3608388" y="3751263"/>
          <p14:tracePt t="6757" x="3540125" y="3768725"/>
          <p14:tracePt t="6764" x="3482975" y="3779838"/>
          <p14:tracePt t="6771" x="3419475" y="3797300"/>
          <p14:tracePt t="6778" x="3362325" y="3808413"/>
          <p14:tracePt t="6785" x="3305175" y="3813175"/>
          <p14:tracePt t="6792" x="3265488" y="3825875"/>
          <p14:tracePt t="6799" x="3225800" y="3830638"/>
          <p14:tracePt t="6806" x="3186113" y="3836988"/>
          <p14:tracePt t="6820" x="3128963" y="3848100"/>
          <p14:tracePt t="6826" x="3117850" y="3854450"/>
          <p14:tracePt t="6833" x="3100388" y="3859213"/>
          <p14:tracePt t="6840" x="3095625" y="3865563"/>
          <p14:tracePt t="6850" x="3089275" y="3865563"/>
          <p14:tracePt t="6856" x="3082925" y="3865563"/>
          <p14:tracePt t="6915" x="3082925" y="3870325"/>
          <p14:tracePt t="6916" x="3078163" y="3870325"/>
          <p14:tracePt t="6924" x="3067050" y="3876675"/>
          <p14:tracePt t="6931" x="3043238" y="3898900"/>
          <p14:tracePt t="6938" x="3021013" y="3916363"/>
          <p14:tracePt t="6944" x="2992438" y="3933825"/>
          <p14:tracePt t="6951" x="2970213" y="3951288"/>
          <p14:tracePt t="6958" x="2946400" y="3973513"/>
          <p14:tracePt t="6965" x="2924175" y="3979863"/>
          <p14:tracePt t="6972" x="2906713" y="3990975"/>
          <p14:tracePt t="6980" x="2884488" y="4006850"/>
          <p14:tracePt t="6986" x="2873375" y="4006850"/>
          <p14:tracePt t="6993" x="2867025" y="4013200"/>
          <p14:tracePt t="7000" x="2860675" y="4013200"/>
          <p14:tracePt t="7053" x="2860675" y="4019550"/>
          <p14:tracePt t="7324" x="2860675" y="4024313"/>
          <p14:tracePt t="7325" x="2860675" y="4030663"/>
          <p14:tracePt t="7329" x="2860675" y="4035425"/>
          <p14:tracePt t="7334" x="2860675" y="4041775"/>
          <p14:tracePt t="7345" x="2855913" y="4070350"/>
          <p14:tracePt t="7352" x="2849563" y="4087813"/>
          <p14:tracePt t="7357" x="2838450" y="4092575"/>
          <p14:tracePt t="7363" x="2832100" y="4110038"/>
          <p14:tracePt t="7368" x="2827338" y="4116388"/>
          <p14:tracePt t="7375" x="2816225" y="4132263"/>
          <p14:tracePt t="7389" x="2792413" y="4149725"/>
          <p14:tracePt t="7396" x="2781300" y="4156075"/>
          <p14:tracePt t="7403" x="2776538" y="4160838"/>
          <p14:tracePt t="7410" x="2763838" y="4167188"/>
          <p14:tracePt t="7417" x="2752725" y="4173538"/>
          <p14:tracePt t="7424" x="2741613" y="4178300"/>
          <p14:tracePt t="7431" x="2724150" y="4184650"/>
          <p14:tracePt t="7438" x="2713038" y="4184650"/>
          <p14:tracePt t="7445" x="2695575" y="4189413"/>
          <p14:tracePt t="7459" x="2673350" y="4195763"/>
          <p14:tracePt t="7465" x="2667000" y="4195763"/>
          <p14:tracePt t="7472" x="2655888" y="4195763"/>
          <p14:tracePt t="7479" x="2644775" y="4195763"/>
          <p14:tracePt t="7486" x="2633663" y="4195763"/>
          <p14:tracePt t="7495" x="2622550" y="4195763"/>
          <p14:tracePt t="7501" x="2605088" y="4189413"/>
          <p14:tracePt t="7507" x="2598738" y="4178300"/>
          <p14:tracePt t="7521" x="2570163" y="4144963"/>
          <p14:tracePt t="7522" x="2565400" y="4144963"/>
          <p14:tracePt t="7528" x="2559050" y="4132263"/>
          <p14:tracePt t="7535" x="2547938" y="4105275"/>
          <p14:tracePt t="7542" x="2525713" y="4076700"/>
          <p14:tracePt t="7549" x="2501900" y="4030663"/>
          <p14:tracePt t="7555" x="2468563" y="3984625"/>
          <p14:tracePt t="7562" x="2444750" y="3938588"/>
          <p14:tracePt t="7569" x="2416175" y="3898900"/>
          <p14:tracePt t="7576" x="2387600" y="3859213"/>
          <p14:tracePt t="7583" x="2376488" y="3825875"/>
          <p14:tracePt t="7590" x="2354263" y="3790950"/>
          <p14:tracePt t="7597" x="2343150" y="3744913"/>
          <p14:tracePt t="7604" x="2325688" y="3700463"/>
          <p14:tracePt t="7611" x="2308225" y="3636963"/>
          <p14:tracePt t="7618" x="2290763" y="3562350"/>
          <p14:tracePt t="7625" x="2279650" y="3489325"/>
          <p14:tracePt t="7632" x="2274888" y="3414713"/>
          <p14:tracePt t="7639" x="2268538" y="3352800"/>
          <p14:tracePt t="7646" x="2268538" y="3267075"/>
          <p14:tracePt t="7653" x="2286000" y="3209925"/>
          <p14:tracePt t="7660" x="2308225" y="3146425"/>
          <p14:tracePt t="7667" x="2347913" y="3078163"/>
          <p14:tracePt t="7674" x="2393950" y="3003550"/>
          <p14:tracePt t="7681" x="2444750" y="2935288"/>
          <p14:tracePt t="7687" x="2501900" y="2873375"/>
          <p14:tracePt t="7695" x="2565400" y="2809875"/>
          <p14:tracePt t="7702" x="2627313" y="2770188"/>
          <p14:tracePt t="7709" x="2690813" y="2736850"/>
          <p14:tracePt t="7716" x="2763838" y="2713038"/>
          <p14:tracePt t="7722" x="2860675" y="2697163"/>
          <p14:tracePt t="7729" x="2963863" y="2690813"/>
          <p14:tracePt t="7736" x="3082925" y="2684463"/>
          <p14:tracePt t="7743" x="3208338" y="2684463"/>
          <p14:tracePt t="7750" x="3362325" y="2701925"/>
          <p14:tracePt t="7757" x="3544888" y="2725738"/>
          <p14:tracePt t="7764" x="3687763" y="2752725"/>
          <p14:tracePt t="7771" x="3848100" y="2794000"/>
          <p14:tracePt t="7778" x="4013200" y="2838450"/>
          <p14:tracePt t="7785" x="4154488" y="2890838"/>
          <p14:tracePt t="7792" x="4246563" y="2930525"/>
          <p14:tracePt t="7799" x="4349750" y="2976563"/>
          <p14:tracePt t="7806" x="4429125" y="3027363"/>
          <p14:tracePt t="7813" x="4491038" y="3078163"/>
          <p14:tracePt t="7820" x="4543425" y="3128963"/>
          <p14:tracePt t="7826" x="4576763" y="3181350"/>
          <p14:tracePt t="7834" x="4600575" y="3214688"/>
          <p14:tracePt t="7841" x="4611688" y="3260725"/>
          <p14:tracePt t="7847" x="4622800" y="3306763"/>
          <p14:tracePt t="7855" x="4627563" y="3357563"/>
          <p14:tracePt t="7862" x="4633913" y="3414713"/>
          <p14:tracePt t="7863" x="4633913" y="3443288"/>
          <p14:tracePt t="7864" x="4633913" y="3449638"/>
          <p14:tracePt t="7865" x="4633913" y="3460750"/>
          <p14:tracePt t="7866" x="4633913" y="3465513"/>
          <p14:tracePt t="7868" x="4633913" y="3478213"/>
          <p14:tracePt t="7875" x="4633913" y="3540125"/>
          <p14:tracePt t="7882" x="4627563" y="3614738"/>
          <p14:tracePt t="7889" x="4611688" y="3694113"/>
          <p14:tracePt t="7896" x="4600575" y="3751263"/>
          <p14:tracePt t="7910" x="4565650" y="3870325"/>
          <p14:tracePt t="7917" x="4543425" y="3922713"/>
          <p14:tracePt t="7924" x="4508500" y="3979863"/>
          <p14:tracePt t="7931" x="4479925" y="4030663"/>
          <p14:tracePt t="7938" x="4446588" y="4081463"/>
          <p14:tracePt t="7944" x="4400550" y="4127500"/>
          <p14:tracePt t="7951" x="4354513" y="4173538"/>
          <p14:tracePt t="7958" x="4321175" y="4206875"/>
          <p14:tracePt t="7965" x="4275138" y="4241800"/>
          <p14:tracePt t="7973" x="4235450" y="4275138"/>
          <p14:tracePt t="7979" x="4200525" y="4310063"/>
          <p14:tracePt t="7986" x="4171950" y="4343400"/>
          <p14:tracePt t="7993" x="4149725" y="4371975"/>
          <p14:tracePt t="8000" x="4125913" y="4395788"/>
          <p14:tracePt t="8007" x="4110038" y="4424363"/>
          <p14:tracePt t="8014" x="4092575" y="4446588"/>
          <p14:tracePt t="8021" x="4081463" y="4464050"/>
          <p14:tracePt t="8028" x="4070350" y="4475163"/>
          <p14:tracePt t="8035" x="4057650" y="4492625"/>
          <p14:tracePt t="8041" x="4041775" y="4508500"/>
          <p14:tracePt t="8049" x="4017963" y="4521200"/>
          <p14:tracePt t="8050" x="4013200" y="4525963"/>
          <p14:tracePt t="8051" x="4006850" y="4532313"/>
          <p14:tracePt t="8051" x="4002088" y="4532313"/>
          <p14:tracePt t="8055" x="3989388" y="4543425"/>
          <p14:tracePt t="8062" x="3956050" y="4565650"/>
          <p14:tracePt t="8069" x="3916363" y="4583113"/>
          <p14:tracePt t="8076" x="3876675" y="4611688"/>
          <p14:tracePt t="8083" x="3824288" y="4635500"/>
          <p14:tracePt t="8090" x="3773488" y="4657725"/>
          <p14:tracePt t="8097" x="3722688" y="4668838"/>
          <p14:tracePt t="8104" x="3676650" y="4686300"/>
          <p14:tracePt t="8111" x="3636963" y="4691063"/>
          <p14:tracePt t="8118" x="3590925" y="4703763"/>
          <p14:tracePt t="8125" x="3551238" y="4708525"/>
          <p14:tracePt t="8132" x="3511550" y="4714875"/>
          <p14:tracePt t="8139" x="3476625" y="4714875"/>
          <p14:tracePt t="8146" x="3436938" y="4714875"/>
          <p14:tracePt t="8153" x="3403600" y="4719638"/>
          <p14:tracePt t="8160" x="3368675" y="4719638"/>
          <p14:tracePt t="8167" x="3340100" y="4719638"/>
          <p14:tracePt t="8174" x="3305175" y="4719638"/>
          <p14:tracePt t="8180" x="3289300" y="4719638"/>
          <p14:tracePt t="8187" x="3265488" y="4714875"/>
          <p14:tracePt t="8195" x="3249613" y="4714875"/>
          <p14:tracePt t="8201" x="3236913" y="4714875"/>
          <p14:tracePt t="8208" x="3221038" y="4708525"/>
          <p14:tracePt t="8215" x="3203575" y="4703763"/>
          <p14:tracePt t="8222" x="3186113" y="4703763"/>
          <p14:tracePt t="8229" x="3175000" y="4691063"/>
          <p14:tracePt t="8236" x="3163888" y="4691063"/>
          <p14:tracePt t="8243" x="3157538" y="4686300"/>
          <p14:tracePt t="8250" x="3146425" y="4686300"/>
          <p14:tracePt t="8257" x="3135313" y="4679950"/>
          <p14:tracePt t="8264" x="3124200" y="4675188"/>
          <p14:tracePt t="8271" x="3106738" y="4668838"/>
          <p14:tracePt t="8278" x="3095625" y="4668838"/>
          <p14:tracePt t="8285" x="3078163" y="4662488"/>
          <p14:tracePt t="8292" x="3067050" y="4662488"/>
          <p14:tracePt t="8299" x="3049588" y="4651375"/>
          <p14:tracePt t="8306" x="3032125" y="4651375"/>
          <p14:tracePt t="8313" x="3009900" y="4640263"/>
          <p14:tracePt t="8320" x="2992438" y="4629150"/>
          <p14:tracePt t="8327" x="2970213" y="4611688"/>
          <p14:tracePt t="8334" x="2946400" y="4589463"/>
          <p14:tracePt t="8341" x="2917825" y="4554538"/>
          <p14:tracePt t="8347" x="2895600" y="4521200"/>
          <p14:tracePt t="8355" x="2860675" y="4464050"/>
          <p14:tracePt t="8361" x="2827338" y="4406900"/>
          <p14:tracePt t="8368" x="2798763" y="4356100"/>
          <p14:tracePt t="8376" x="2763838" y="4298950"/>
          <p14:tracePt t="8382" x="2730500" y="4241800"/>
          <p14:tracePt t="8389" x="2695575" y="4184650"/>
          <p14:tracePt t="8396" x="2662238" y="4132263"/>
          <p14:tracePt t="8403" x="2638425" y="4087813"/>
          <p14:tracePt t="8410" x="2609850" y="4035425"/>
          <p14:tracePt t="8417" x="2593975" y="3990975"/>
          <p14:tracePt t="8424" x="2565400" y="3933825"/>
          <p14:tracePt t="8431" x="2547938" y="3870325"/>
          <p14:tracePt t="8438" x="2530475" y="3797300"/>
          <p14:tracePt t="8444" x="2513013" y="3705225"/>
          <p14:tracePt t="8452" x="2501900" y="3590925"/>
          <p14:tracePt t="8458" x="2490788" y="3482975"/>
          <p14:tracePt t="8465" x="2484438" y="3375025"/>
          <p14:tracePt t="8472" x="2484438" y="3289300"/>
          <p14:tracePt t="8479" x="2497138" y="3186113"/>
          <p14:tracePt t="8486" x="2513013" y="3113088"/>
          <p14:tracePt t="8494" x="2554288" y="3032125"/>
          <p14:tracePt t="8500" x="2593975" y="2963863"/>
          <p14:tracePt t="8508" x="2655888" y="2901950"/>
          <p14:tracePt t="8514" x="2706688" y="2862263"/>
          <p14:tracePt t="8528" x="2884488" y="2794000"/>
          <p14:tracePt t="8535" x="2998788" y="2776538"/>
          <p14:tracePt t="8542" x="3089275" y="2765425"/>
          <p14:tracePt t="8549" x="3214688" y="2765425"/>
          <p14:tracePt t="8555" x="3362325" y="2776538"/>
          <p14:tracePt t="8562" x="3505200" y="2816225"/>
          <p14:tracePt t="8569" x="3652838" y="2855913"/>
          <p14:tracePt t="8576" x="3773488" y="2906713"/>
          <p14:tracePt t="8583" x="3892550" y="2970213"/>
          <p14:tracePt t="8590" x="3995738" y="3027363"/>
          <p14:tracePt t="8597" x="4081463" y="3095625"/>
          <p14:tracePt t="8604" x="4149725" y="3157538"/>
          <p14:tracePt t="8611" x="4217988" y="3249613"/>
          <p14:tracePt t="8618" x="4264025" y="3324225"/>
          <p14:tracePt t="8625" x="4292600" y="3397250"/>
          <p14:tracePt t="8632" x="4308475" y="3465513"/>
          <p14:tracePt t="8639" x="4308475" y="3522663"/>
          <p14:tracePt t="8646" x="4308475" y="3568700"/>
          <p14:tracePt t="8653" x="4303713" y="3619500"/>
          <p14:tracePt t="8660" x="4286250" y="3665538"/>
          <p14:tracePt t="8667" x="4246563" y="3716338"/>
          <p14:tracePt t="8674" x="4206875" y="3768725"/>
          <p14:tracePt t="8680" x="4149725" y="3825875"/>
          <p14:tracePt t="8687" x="4086225" y="3881438"/>
          <p14:tracePt t="8694" x="4017963" y="3922713"/>
          <p14:tracePt t="8701" x="3938588" y="3979863"/>
          <p14:tracePt t="8708" x="3863975" y="4019550"/>
          <p14:tracePt t="8715" x="3795713" y="4059238"/>
          <p14:tracePt t="8722" x="3722688" y="4092575"/>
          <p14:tracePt t="8729" x="3641725" y="4127500"/>
          <p14:tracePt t="8736" x="3579813" y="4149725"/>
          <p14:tracePt t="8743" x="3522663" y="4167188"/>
          <p14:tracePt t="8750" x="3471863" y="4178300"/>
          <p14:tracePt t="8757" x="3425825" y="4189413"/>
          <p14:tracePt t="8764" x="3390900" y="4202113"/>
          <p14:tracePt t="8771" x="3362325" y="4206875"/>
          <p14:tracePt t="8778" x="3333750" y="4213225"/>
          <p14:tracePt t="8785" x="3322638" y="4217988"/>
          <p14:tracePt t="8793" x="3317875" y="4217988"/>
          <p14:tracePt t="8800" x="3317875" y="4224338"/>
          <p14:tracePt t="8981" x="3311525" y="4224338"/>
          <p14:tracePt t="8992" x="3305175" y="4224338"/>
          <p14:tracePt t="8998" x="3300413" y="4224338"/>
          <p14:tracePt t="9005" x="3294063" y="4224338"/>
          <p14:tracePt t="9009" x="3289300" y="4224338"/>
          <p14:tracePt t="9014" x="3282950" y="4224338"/>
          <p14:tracePt t="9021" x="3278188" y="4224338"/>
          <p14:tracePt t="9029" x="3271838" y="4224338"/>
          <p14:tracePt t="9035" x="3260725" y="4224338"/>
          <p14:tracePt t="9042" x="3260725" y="4230688"/>
          <p14:tracePt t="9056" x="3236913" y="4235450"/>
          <p14:tracePt t="9063" x="3232150" y="4241800"/>
          <p14:tracePt t="9070" x="3225800" y="4246563"/>
          <p14:tracePt t="9077" x="3208338" y="4257675"/>
          <p14:tracePt t="9083" x="3208338" y="4270375"/>
          <p14:tracePt t="9090" x="3197225" y="4281488"/>
          <p14:tracePt t="9097" x="3192463" y="4292600"/>
          <p14:tracePt t="9104" x="3186113" y="4310063"/>
          <p14:tracePt t="9111" x="3179763" y="4314825"/>
          <p14:tracePt t="9118" x="3179763" y="4327525"/>
          <p14:tracePt t="9125" x="3175000" y="4332288"/>
          <p14:tracePt t="9132" x="3168650" y="4338638"/>
          <p14:tracePt t="9450" x="3175000" y="4338638"/>
          <p14:tracePt t="9453" x="3175000" y="4343400"/>
          <p14:tracePt t="9453" x="3179763" y="4343400"/>
          <p14:tracePt t="9458" x="3192463" y="4343400"/>
          <p14:tracePt t="9465" x="3221038" y="4343400"/>
          <p14:tracePt t="9472" x="3249613" y="4349750"/>
          <p14:tracePt t="9479" x="3282950" y="4356100"/>
          <p14:tracePt t="9486" x="3317875" y="4356100"/>
          <p14:tracePt t="9493" x="3362325" y="4349750"/>
          <p14:tracePt t="9500" x="3414713" y="4338638"/>
          <p14:tracePt t="9509" x="3465513" y="4327525"/>
          <p14:tracePt t="9528" x="3573463" y="4298950"/>
          <p14:tracePt t="9535" x="3584575" y="4292600"/>
          <p14:tracePt t="9542" x="3602038" y="4292600"/>
          <p14:tracePt t="9549" x="3613150" y="4286250"/>
          <p14:tracePt t="9602" x="3613150" y="4281488"/>
          <p14:tracePt t="9606" x="3619500" y="4281488"/>
          <p14:tracePt t="9611" x="3619500" y="4275138"/>
          <p14:tracePt t="9618" x="3625850" y="4275138"/>
          <p14:tracePt t="9627" x="3625850" y="4270375"/>
          <p14:tracePt t="9700" x="3630613" y="4270375"/>
          <p14:tracePt t="9704" x="3636963" y="4270375"/>
          <p14:tracePt t="9710" x="3641725" y="4270375"/>
          <p14:tracePt t="9715" x="3652838" y="4270375"/>
          <p14:tracePt t="9722" x="3681413" y="4264025"/>
          <p14:tracePt t="9729" x="3705225" y="4257675"/>
          <p14:tracePt t="9736" x="3727450" y="4252913"/>
          <p14:tracePt t="9743" x="3762375" y="4246563"/>
          <p14:tracePt t="9750" x="3784600" y="4235450"/>
          <p14:tracePt t="9757" x="3813175" y="4230688"/>
          <p14:tracePt t="9764" x="3835400" y="4224338"/>
          <p14:tracePt t="9771" x="3859213" y="4217988"/>
          <p14:tracePt t="9778" x="3881438" y="4213225"/>
          <p14:tracePt t="9785" x="3892550" y="4206875"/>
          <p14:tracePt t="9792" x="3910013" y="4195763"/>
          <p14:tracePt t="9799" x="3927475" y="4189413"/>
          <p14:tracePt t="9805" x="3938588" y="4184650"/>
          <p14:tracePt t="9812" x="3949700" y="4178300"/>
          <p14:tracePt t="9819" x="3960813" y="4173538"/>
          <p14:tracePt t="9827" x="3973513" y="4167188"/>
          <p14:tracePt t="9833" x="3984625" y="4160838"/>
          <p14:tracePt t="9840" x="3989388" y="4156075"/>
          <p14:tracePt t="9847" x="4002088" y="4149725"/>
          <p14:tracePt t="9854" x="4006850" y="4144963"/>
          <p14:tracePt t="9861" x="4013200" y="4144963"/>
          <p14:tracePt t="9868" x="4017963" y="4138613"/>
          <p14:tracePt t="9875" x="4017963" y="4132263"/>
          <p14:tracePt t="9882" x="4017963" y="4127500"/>
          <p14:tracePt t="9889" x="4024313" y="4127500"/>
          <p14:tracePt t="9896" x="4029075" y="4121150"/>
          <p14:tracePt t="9903" x="4029075" y="4116388"/>
          <p14:tracePt t="9910" x="4035425" y="4110038"/>
          <p14:tracePt t="9917" x="4035425" y="4098925"/>
          <p14:tracePt t="9924" x="4041775" y="4087813"/>
          <p14:tracePt t="9931" x="4046538" y="4076700"/>
          <p14:tracePt t="9938" x="4057650" y="4059238"/>
          <p14:tracePt t="9945" x="4057650" y="4041775"/>
          <p14:tracePt t="9952" x="4064000" y="4030663"/>
          <p14:tracePt t="9958" x="4075113" y="4019550"/>
          <p14:tracePt t="9966" x="4075113" y="4013200"/>
          <p14:tracePt t="9979" x="4081463" y="4006850"/>
          <p14:tracePt t="9986" x="4081463" y="4002088"/>
          <p14:tracePt t="9993" x="4081463" y="3995738"/>
          <p14:tracePt t="10007" x="4081463" y="3984625"/>
          <p14:tracePt t="10014" x="4081463" y="3973513"/>
          <p14:tracePt t="10021" x="4086225" y="3967163"/>
          <p14:tracePt t="10035" x="4086225" y="3944938"/>
          <p14:tracePt t="10042" x="4086225" y="3938588"/>
          <p14:tracePt t="10049" x="4086225" y="3922713"/>
          <p14:tracePt t="10056" x="4086225" y="3905250"/>
          <p14:tracePt t="10063" x="4081463" y="3898900"/>
          <p14:tracePt t="10069" x="4081463" y="3887788"/>
          <p14:tracePt t="10084" x="4070350" y="3876675"/>
          <p14:tracePt t="10098" x="4064000" y="3865563"/>
          <p14:tracePt t="10104" x="4057650" y="3859213"/>
          <p14:tracePt t="10112" x="4052888" y="3859213"/>
          <p14:tracePt t="10125" x="4041775" y="3848100"/>
          <p14:tracePt t="10139" x="4029075" y="3830638"/>
          <p14:tracePt t="10146" x="4013200" y="3819525"/>
          <p14:tracePt t="10153" x="4002088" y="3808413"/>
          <p14:tracePt t="10160" x="3989388" y="3797300"/>
          <p14:tracePt t="10174" x="3956050" y="3762375"/>
          <p14:tracePt t="10181" x="3932238" y="3744913"/>
          <p14:tracePt t="10195" x="3881438" y="3722688"/>
          <p14:tracePt t="10202" x="3859213" y="3705225"/>
          <p14:tracePt t="10208" x="3819525" y="3694113"/>
          <p14:tracePt t="10223" x="3751263" y="3676650"/>
          <p14:tracePt t="10229" x="3716338" y="3671888"/>
          <p14:tracePt t="10236" x="3687763" y="3671888"/>
          <p14:tracePt t="10250" x="3648075" y="3671888"/>
          <p14:tracePt t="10257" x="3636963" y="3671888"/>
          <p14:tracePt t="10264" x="3625850" y="3671888"/>
          <p14:tracePt t="10271" x="3613150" y="3671888"/>
          <p14:tracePt t="10278" x="3602038" y="3671888"/>
          <p14:tracePt t="10285" x="3590925" y="3671888"/>
          <p14:tracePt t="10292" x="3579813" y="3671888"/>
          <p14:tracePt t="10299" x="3562350" y="3671888"/>
          <p14:tracePt t="10313" x="3522663" y="3665538"/>
          <p14:tracePt t="10319" x="3505200" y="3654425"/>
          <p14:tracePt t="10326" x="3487738" y="3654425"/>
          <p14:tracePt t="10333" x="3471863" y="3648075"/>
          <p14:tracePt t="10340" x="3454400" y="3643313"/>
          <p14:tracePt t="10347" x="3436938" y="3643313"/>
          <p14:tracePt t="10354" x="3425825" y="3643313"/>
          <p14:tracePt t="10361" x="3414713" y="3643313"/>
          <p14:tracePt t="10375" x="3403600" y="3643313"/>
          <p14:tracePt t="10382" x="3397250" y="3643313"/>
          <p14:tracePt t="10389" x="3390900" y="3636963"/>
          <p14:tracePt t="10398" x="3386138" y="3636963"/>
          <p14:tracePt t="10411" x="3379788" y="3636963"/>
          <p14:tracePt t="10417" x="3375025" y="3636963"/>
          <p14:tracePt t="10431" x="3346450" y="3630613"/>
          <p14:tracePt t="10438" x="3328988" y="3630613"/>
          <p14:tracePt t="10444" x="3317875" y="3630613"/>
          <p14:tracePt t="10452" x="3300413" y="3630613"/>
          <p14:tracePt t="10458" x="3282950" y="3630613"/>
          <p14:tracePt t="10473" x="3249613" y="3636963"/>
          <p14:tracePt t="10479" x="3225800" y="3636963"/>
          <p14:tracePt t="10486" x="3208338" y="3643313"/>
          <p14:tracePt t="10500" x="3179763" y="3643313"/>
          <p14:tracePt t="10511" x="3163888" y="3648075"/>
          <p14:tracePt t="10517" x="3157538" y="3648075"/>
          <p14:tracePt t="10522" x="3152775" y="3648075"/>
          <p14:tracePt t="10535" x="3111500" y="3648075"/>
          <p14:tracePt t="10542" x="3089275" y="3636963"/>
          <p14:tracePt t="10549" x="3060700" y="3636963"/>
          <p14:tracePt t="10556" x="3038475" y="3625850"/>
          <p14:tracePt t="10563" x="3021013" y="3619500"/>
          <p14:tracePt t="10569" x="3009900" y="3619500"/>
          <p14:tracePt t="10577" x="2992438" y="3614738"/>
          <p14:tracePt t="10583" x="2981325" y="3614738"/>
          <p14:tracePt t="10590" x="2974975" y="3614738"/>
          <p14:tracePt t="10597" x="2970213" y="3608388"/>
          <p14:tracePt t="10604" x="2963863" y="3608388"/>
          <p14:tracePt t="10611" x="2957513" y="3608388"/>
          <p14:tracePt t="10726" x="2952750" y="3608388"/>
          <p14:tracePt t="10732" x="2946400" y="3608388"/>
          <p14:tracePt t="10735" x="2946400" y="3614738"/>
          <p14:tracePt t="10737" x="2941638" y="3614738"/>
          <p14:tracePt t="10738" x="2935288" y="3614738"/>
          <p14:tracePt t="10743" x="2928938" y="3614738"/>
          <p14:tracePt t="10750" x="2924175" y="3625850"/>
          <p14:tracePt t="10757" x="2913063" y="3625850"/>
          <p14:tracePt t="10764" x="2906713" y="3630613"/>
          <p14:tracePt t="10800" x="2906713" y="3636963"/>
          <p14:tracePt t="10807" x="2901950" y="3643313"/>
          <p14:tracePt t="10811" x="2901950" y="3648075"/>
          <p14:tracePt t="10814" x="2901950" y="3654425"/>
          <p14:tracePt t="10820" x="2895600" y="3654425"/>
          <p14:tracePt t="10827" x="2889250" y="3665538"/>
          <p14:tracePt t="10834" x="2889250" y="3676650"/>
          <p14:tracePt t="10841" x="2884488" y="3683000"/>
          <p14:tracePt t="10847" x="2878138" y="3700463"/>
          <p14:tracePt t="10861" x="2860675" y="3744913"/>
          <p14:tracePt t="10868" x="2855913" y="3773488"/>
          <p14:tracePt t="10875" x="2849563" y="3802063"/>
          <p14:tracePt t="10882" x="2844800" y="3836988"/>
          <p14:tracePt t="10889" x="2838450" y="3870325"/>
          <p14:tracePt t="10896" x="2838450" y="3894138"/>
          <p14:tracePt t="10903" x="2838450" y="3916363"/>
          <p14:tracePt t="10910" x="2838450" y="3927475"/>
          <p14:tracePt t="10917" x="2838450" y="3944938"/>
          <p14:tracePt t="10924" x="2844800" y="3956050"/>
          <p14:tracePt t="10930" x="2867025" y="3973513"/>
          <p14:tracePt t="10937" x="2889250" y="3990975"/>
          <p14:tracePt t="10944" x="2917825" y="4006850"/>
          <p14:tracePt t="10951" x="2952750" y="4030663"/>
          <p14:tracePt t="10958" x="2986088" y="4048125"/>
          <p14:tracePt t="10965" x="3009900" y="4064000"/>
          <p14:tracePt t="10972" x="3032125" y="4076700"/>
          <p14:tracePt t="10979" x="3060700" y="4092575"/>
          <p14:tracePt t="10987" x="3082925" y="4105275"/>
          <p14:tracePt t="10993" x="3100388" y="4116388"/>
          <p14:tracePt t="11000" x="3117850" y="4127500"/>
          <p14:tracePt t="11007" x="3128963" y="4132263"/>
          <p14:tracePt t="11014" x="3146425" y="4132263"/>
          <p14:tracePt t="11028" x="3168650" y="4144963"/>
          <p14:tracePt t="11035" x="3186113" y="4149725"/>
          <p14:tracePt t="11042" x="3203575" y="4156075"/>
          <p14:tracePt t="11049" x="3232150" y="4160838"/>
          <p14:tracePt t="11055" x="3260725" y="4167188"/>
          <p14:tracePt t="11062" x="3282950" y="4173538"/>
          <p14:tracePt t="11070" x="3317875" y="4173538"/>
          <p14:tracePt t="11077" x="3346450" y="4178300"/>
          <p14:tracePt t="11083" x="3375025" y="4178300"/>
          <p14:tracePt t="11091" x="3403600" y="4184650"/>
          <p14:tracePt t="11097" x="3430588" y="4184650"/>
          <p14:tracePt t="11104" x="3454400" y="4184650"/>
          <p14:tracePt t="11111" x="3471863" y="4184650"/>
          <p14:tracePt t="11118" x="3500438" y="4184650"/>
          <p14:tracePt t="11125" x="3522663" y="4184650"/>
          <p14:tracePt t="11132" x="3540125" y="4184650"/>
          <p14:tracePt t="11139" x="3568700" y="4184650"/>
          <p14:tracePt t="11153" x="3613150" y="4184650"/>
          <p14:tracePt t="11160" x="3641725" y="4184650"/>
          <p14:tracePt t="11167" x="3665538" y="4178300"/>
          <p14:tracePt t="11181" x="3709988" y="4178300"/>
          <p14:tracePt t="11188" x="3733800" y="4173538"/>
          <p14:tracePt t="11194" x="3751263" y="4167188"/>
          <p14:tracePt t="11201" x="3773488" y="4167188"/>
          <p14:tracePt t="11209" x="3784600" y="4160838"/>
          <p14:tracePt t="11215" x="3802063" y="4156075"/>
          <p14:tracePt t="11223" x="3819525" y="4149725"/>
          <p14:tracePt t="11237" x="3852863" y="4144963"/>
          <p14:tracePt t="11243" x="3863975" y="4138613"/>
          <p14:tracePt t="11250" x="3876675" y="4127500"/>
          <p14:tracePt t="11257" x="3887788" y="4127500"/>
          <p14:tracePt t="11264" x="3892550" y="4127500"/>
          <p14:tracePt t="11271" x="3898900" y="4121150"/>
          <p14:tracePt t="11278" x="3910013" y="4116388"/>
          <p14:tracePt t="11336" x="3916363" y="4116388"/>
          <p14:tracePt t="11340" x="3916363" y="4110038"/>
          <p14:tracePt t="11342" x="3921125" y="4110038"/>
          <p14:tracePt t="11349" x="3921125" y="4105275"/>
          <p14:tracePt t="11349" x="3927475" y="4105275"/>
          <p14:tracePt t="11354" x="3932238" y="4098925"/>
          <p14:tracePt t="11361" x="3938588" y="4098925"/>
          <p14:tracePt t="11368" x="3944938" y="4098925"/>
          <p14:tracePt t="11375" x="3956050" y="4087813"/>
          <p14:tracePt t="11383" x="3960813" y="4087813"/>
          <p14:tracePt t="11389" x="3967163" y="4081463"/>
          <p14:tracePt t="11396" x="3973513" y="4076700"/>
          <p14:tracePt t="11403" x="3978275" y="4070350"/>
          <p14:tracePt t="11410" x="3984625" y="4064000"/>
          <p14:tracePt t="11417" x="3989388" y="4052888"/>
          <p14:tracePt t="11424" x="4002088" y="4048125"/>
          <p14:tracePt t="11430" x="4006850" y="4041775"/>
          <p14:tracePt t="11437" x="4013200" y="4041775"/>
          <p14:tracePt t="11445" x="4013200" y="4035425"/>
          <p14:tracePt t="11451" x="4017963" y="4030663"/>
          <p14:tracePt t="11499" x="4017963" y="4024313"/>
          <p14:tracePt t="11508" x="4017963" y="4019550"/>
          <p14:tracePt t="11596" x="4017963" y="4013200"/>
          <p14:tracePt t="11601" x="4017963" y="4006850"/>
          <p14:tracePt t="11604" x="4017963" y="4002088"/>
          <p14:tracePt t="11613" x="4017963" y="3995738"/>
          <p14:tracePt t="11619" x="4017963" y="3990975"/>
          <p14:tracePt t="11620" x="4017963" y="3984625"/>
          <p14:tracePt t="11625" x="4013200" y="3984625"/>
          <p14:tracePt t="11632" x="4013200" y="3979863"/>
          <p14:tracePt t="11639" x="4013200" y="3962400"/>
          <p14:tracePt t="11646" x="4006850" y="3956050"/>
          <p14:tracePt t="11653" x="4002088" y="3951288"/>
          <p14:tracePt t="11661" x="4002088" y="3944938"/>
          <p14:tracePt t="11667" x="4002088" y="3938588"/>
          <p14:tracePt t="11674" x="3989388" y="3933825"/>
          <p14:tracePt t="11681" x="3989388" y="3927475"/>
          <p14:tracePt t="11688" x="3973513" y="3922713"/>
          <p14:tracePt t="11695" x="3960813" y="3910013"/>
          <p14:tracePt t="11699" x="3956050" y="3898900"/>
          <p14:tracePt t="11704" x="3944938" y="3894138"/>
          <p14:tracePt t="11709" x="3932238" y="3881438"/>
          <p14:tracePt t="11716" x="3916363" y="3870325"/>
          <p14:tracePt t="11722" x="3892550" y="3854450"/>
          <p14:tracePt t="11729" x="3870325" y="3836988"/>
          <p14:tracePt t="11736" x="3848100" y="3825875"/>
          <p14:tracePt t="11743" x="3830638" y="3813175"/>
          <p14:tracePt t="11751" x="3813175" y="3802063"/>
          <p14:tracePt t="11758" x="3790950" y="3797300"/>
          <p14:tracePt t="11766" x="3773488" y="3784600"/>
          <p14:tracePt t="11775" x="3738563" y="3779838"/>
          <p14:tracePt t="11781" x="3716338" y="3773488"/>
          <p14:tracePt t="11789" x="3694113" y="3773488"/>
          <p14:tracePt t="11796" x="3670300" y="3773488"/>
          <p14:tracePt t="11801" x="3652838" y="3773488"/>
          <p14:tracePt t="11806" x="3636963" y="3773488"/>
          <p14:tracePt t="11813" x="3619500" y="3773488"/>
          <p14:tracePt t="11821" x="3602038" y="3773488"/>
          <p14:tracePt t="11831" x="3584575" y="3773488"/>
          <p14:tracePt t="11838" x="3579813" y="3773488"/>
          <p14:tracePt t="11844" x="3573463" y="3773488"/>
          <p14:tracePt t="11851" x="3568700" y="3773488"/>
          <p14:tracePt t="11864" x="3562350" y="3773488"/>
          <p14:tracePt t="11870" x="3556000" y="3773488"/>
          <p14:tracePt t="11875" x="3551238" y="3773488"/>
          <p14:tracePt t="11882" x="3544888" y="3773488"/>
          <p14:tracePt t="11889" x="3540125" y="3773488"/>
          <p14:tracePt t="11896" x="3527425" y="3773488"/>
          <p14:tracePt t="11903" x="3516313" y="3768725"/>
          <p14:tracePt t="11910" x="3505200" y="3762375"/>
          <p14:tracePt t="11917" x="3494088" y="3762375"/>
          <p14:tracePt t="11924" x="3476625" y="3756025"/>
          <p14:tracePt t="11931" x="3465513" y="3756025"/>
          <p14:tracePt t="11938" x="3448050" y="3756025"/>
          <p14:tracePt t="11952" x="3419475" y="3744913"/>
          <p14:tracePt t="11958" x="3403600" y="3740150"/>
          <p14:tracePt t="11965" x="3386138" y="3733800"/>
          <p14:tracePt t="11973" x="3368675" y="3729038"/>
          <p14:tracePt t="11974" x="3362325" y="3729038"/>
          <p14:tracePt t="11974" x="3357563" y="3729038"/>
          <p14:tracePt t="11979" x="3346450" y="3722688"/>
          <p14:tracePt t="11986" x="3322638" y="3711575"/>
          <p14:tracePt t="11993" x="3294063" y="3711575"/>
          <p14:tracePt t="12000" x="3278188" y="3705225"/>
          <p14:tracePt t="12007" x="3249613" y="3705225"/>
          <p14:tracePt t="12014" x="3225800" y="3700463"/>
          <p14:tracePt t="12021" x="3208338" y="3694113"/>
          <p14:tracePt t="12028" x="3192463" y="3694113"/>
          <p14:tracePt t="12035" x="3179763" y="3687763"/>
          <p14:tracePt t="12042" x="3175000" y="3687763"/>
          <p14:tracePt t="12050" x="3168650" y="3687763"/>
          <p14:tracePt t="12057" x="3163888" y="3687763"/>
          <p14:tracePt t="12070" x="3152775" y="3687763"/>
          <p14:tracePt t="12076" x="3140075" y="3687763"/>
          <p14:tracePt t="12083" x="3128963" y="3687763"/>
          <p14:tracePt t="12090" x="3117850" y="3687763"/>
          <p14:tracePt t="12097" x="3089275" y="3687763"/>
          <p14:tracePt t="12104" x="3071813" y="3687763"/>
          <p14:tracePt t="12111" x="3049588" y="3687763"/>
          <p14:tracePt t="12118" x="3032125" y="3687763"/>
          <p14:tracePt t="12125" x="3009900" y="3687763"/>
          <p14:tracePt t="12132" x="2992438" y="3687763"/>
          <p14:tracePt t="12139" x="2981325" y="3687763"/>
          <p14:tracePt t="12146" x="2970213" y="3687763"/>
          <p14:tracePt t="12191" x="2963863" y="3687763"/>
          <p14:tracePt t="12200" x="2957513" y="3687763"/>
          <p14:tracePt t="12203" x="2952750" y="3687763"/>
          <p14:tracePt t="12208" x="2946400" y="3694113"/>
          <p14:tracePt t="12216" x="2924175" y="3705225"/>
          <p14:tracePt t="12222" x="2906713" y="3711575"/>
          <p14:tracePt t="12229" x="2889250" y="3711575"/>
          <p14:tracePt t="12236" x="2884488" y="3711575"/>
          <p14:tracePt t="12500" x="2884488" y="3716338"/>
          <p14:tracePt t="12510" x="2889250" y="3716338"/>
          <p14:tracePt t="12512" x="2889250" y="3722688"/>
          <p14:tracePt t="12526" x="2901950" y="3729038"/>
          <p14:tracePt t="12530" x="2906713" y="3733800"/>
          <p14:tracePt t="12535" x="2913063" y="3733800"/>
          <p14:tracePt t="12549" x="2935288" y="3740150"/>
          <p14:tracePt t="12556" x="2946400" y="3744913"/>
          <p14:tracePt t="12570" x="2974975" y="3751263"/>
          <p14:tracePt t="12577" x="2986088" y="3751263"/>
          <p14:tracePt t="12583" x="2992438" y="3751263"/>
          <p14:tracePt t="12683" x="2998788" y="3751263"/>
          <p14:tracePt t="12689" x="3003550" y="3751263"/>
          <p14:tracePt t="12691" x="3009900" y="3751263"/>
          <p14:tracePt t="12696" x="3014663" y="3751263"/>
          <p14:tracePt t="12709" x="3049588" y="3751263"/>
          <p14:tracePt t="12716" x="3078163" y="3751263"/>
          <p14:tracePt t="12730" x="3117850" y="3744913"/>
          <p14:tracePt t="12743" x="3152775" y="3740150"/>
          <p14:tracePt t="12750" x="3168650" y="3740150"/>
          <p14:tracePt t="12757" x="3186113" y="3740150"/>
          <p14:tracePt t="12764" x="3197225" y="3733800"/>
          <p14:tracePt t="12771" x="3214688" y="3733800"/>
          <p14:tracePt t="12778" x="3225800" y="3733800"/>
          <p14:tracePt t="12785" x="3236913" y="3729038"/>
          <p14:tracePt t="12792" x="3243263" y="3729038"/>
          <p14:tracePt t="12799" x="3254375" y="3729038"/>
          <p14:tracePt t="12806" x="3265488" y="3729038"/>
          <p14:tracePt t="12813" x="3282950" y="3729038"/>
          <p14:tracePt t="12820" x="3294063" y="3729038"/>
          <p14:tracePt t="12827" x="3311525" y="3729038"/>
          <p14:tracePt t="12833" x="3328988" y="3729038"/>
          <p14:tracePt t="12841" x="3346450" y="3729038"/>
          <p14:tracePt t="12847" x="3362325" y="3729038"/>
          <p14:tracePt t="12854" x="3390900" y="3729038"/>
          <p14:tracePt t="12869" x="3436938" y="3729038"/>
          <p14:tracePt t="12879" x="3476625" y="3733800"/>
          <p14:tracePt t="12888" x="3505200" y="3733800"/>
          <p14:tracePt t="12895" x="3527425" y="3733800"/>
          <p14:tracePt t="12903" x="3544888" y="3733800"/>
          <p14:tracePt t="12910" x="3568700" y="3733800"/>
          <p14:tracePt t="12916" x="3579813" y="3733800"/>
          <p14:tracePt t="12922" x="3584575" y="3733800"/>
          <p14:tracePt t="12928" x="3597275" y="3733800"/>
          <p14:tracePt t="12955" x="3597275" y="3740150"/>
          <p14:tracePt t="12977" x="3602038" y="3740150"/>
          <p14:tracePt t="12981" x="3608388" y="3740150"/>
          <p14:tracePt t="12988" x="3608388" y="3744913"/>
          <p14:tracePt t="12989" x="3613150" y="3744913"/>
          <p14:tracePt t="12994" x="3619500" y="3744913"/>
          <p14:tracePt t="12998" x="3619500" y="3751263"/>
          <p14:tracePt t="13000" x="3625850" y="3751263"/>
          <p14:tracePt t="13007" x="3636963" y="3751263"/>
          <p14:tracePt t="13014" x="3648075" y="3751263"/>
          <p14:tracePt t="13021" x="3659188" y="3756025"/>
          <p14:tracePt t="13028" x="3665538" y="3756025"/>
          <p14:tracePt t="13035" x="3670300" y="3756025"/>
          <p14:tracePt t="13042" x="3676650" y="3756025"/>
          <p14:tracePt t="13050" x="3681413" y="3756025"/>
          <p14:tracePt t="13063" x="3687763" y="3756025"/>
          <p14:tracePt t="13069" x="3705225" y="3756025"/>
          <p14:tracePt t="13076" x="3716338" y="3756025"/>
          <p14:tracePt t="13083" x="3727450" y="3762375"/>
          <p14:tracePt t="13097" x="3773488" y="3762375"/>
          <p14:tracePt t="13104" x="3795713" y="3762375"/>
          <p14:tracePt t="13111" x="3813175" y="3762375"/>
          <p14:tracePt t="13118" x="3835400" y="3762375"/>
          <p14:tracePt t="13125" x="3852863" y="3762375"/>
          <p14:tracePt t="13132" x="3863975" y="3762375"/>
          <p14:tracePt t="13139" x="3876675" y="3762375"/>
          <p14:tracePt t="13146" x="3881438" y="3762375"/>
          <p14:tracePt t="13160" x="3903663" y="3762375"/>
          <p14:tracePt t="13167" x="3910013" y="3762375"/>
          <p14:tracePt t="13174" x="3916363" y="3762375"/>
          <p14:tracePt t="13188" x="3932238" y="3762375"/>
          <p14:tracePt t="13194" x="3938588" y="3762375"/>
          <p14:tracePt t="13201" x="3949700" y="3768725"/>
          <p14:tracePt t="13209" x="3956050" y="3773488"/>
          <p14:tracePt t="13215" x="3960813" y="3773488"/>
          <p14:tracePt t="13222" x="3973513" y="3779838"/>
          <p14:tracePt t="13229" x="3978275" y="3779838"/>
          <p14:tracePt t="13236" x="3984625" y="3784600"/>
          <p14:tracePt t="13250" x="4002088" y="3797300"/>
          <p14:tracePt t="13284" x="4002088" y="3802063"/>
          <p14:tracePt t="13286" x="4006850" y="3802063"/>
          <p14:tracePt t="13300" x="4006850" y="3808413"/>
          <p14:tracePt t="13301" x="4013200" y="3808413"/>
          <p14:tracePt t="13308" x="4017963" y="3808413"/>
          <p14:tracePt t="13312" x="4017963" y="3813175"/>
          <p14:tracePt t="13320" x="4017963" y="3819525"/>
          <p14:tracePt t="13326" x="4024313" y="3819525"/>
          <p14:tracePt t="13337" x="4024313" y="3825875"/>
          <p14:tracePt t="13621" x="4024313" y="3830638"/>
          <p14:tracePt t="13626" x="4024313" y="3836988"/>
          <p14:tracePt t="13629" x="4024313" y="3841750"/>
          <p14:tracePt t="13634" x="4024313" y="3848100"/>
          <p14:tracePt t="13640" x="4024313" y="3854450"/>
          <p14:tracePt t="13647" x="4024313" y="3859213"/>
          <p14:tracePt t="13653" x="4024313" y="3865563"/>
          <p14:tracePt t="13660" x="4017963" y="3870325"/>
          <p14:tracePt t="13667" x="4013200" y="3876675"/>
          <p14:tracePt t="13674" x="4013200" y="3887788"/>
          <p14:tracePt t="13680" x="4006850" y="3894138"/>
          <p14:tracePt t="13688" x="4002088" y="3898900"/>
          <p14:tracePt t="13694" x="4002088" y="3905250"/>
          <p14:tracePt t="13701" x="3995738" y="3905250"/>
          <p14:tracePt t="13708" x="3989388" y="3910013"/>
          <p14:tracePt t="13715" x="3984625" y="3916363"/>
          <p14:tracePt t="13722" x="3978275" y="3916363"/>
          <p14:tracePt t="13729" x="3967163" y="3922713"/>
          <p14:tracePt t="13736" x="3956050" y="3922713"/>
          <p14:tracePt t="13743" x="3944938" y="3922713"/>
          <p14:tracePt t="13750" x="3932238" y="3927475"/>
          <p14:tracePt t="13757" x="3916363" y="3927475"/>
          <p14:tracePt t="13764" x="3898900" y="3927475"/>
          <p14:tracePt t="13771" x="3876675" y="3933825"/>
          <p14:tracePt t="13778" x="3848100" y="3938588"/>
          <p14:tracePt t="13785" x="3819525" y="3938588"/>
          <p14:tracePt t="13792" x="3790950" y="3938588"/>
          <p14:tracePt t="13799" x="3744913" y="3944938"/>
          <p14:tracePt t="13806" x="3698875" y="3944938"/>
          <p14:tracePt t="13813" x="3659188" y="3951288"/>
          <p14:tracePt t="13819" x="3619500" y="3956050"/>
          <p14:tracePt t="13826" x="3584575" y="3956050"/>
          <p14:tracePt t="13833" x="3562350" y="3956050"/>
          <p14:tracePt t="13841" x="3544888" y="3956050"/>
          <p14:tracePt t="13847" x="3540125" y="3956050"/>
          <p14:tracePt t="14166" x="3533775" y="3956050"/>
          <p14:tracePt t="14179" x="3527425" y="3956050"/>
          <p14:tracePt t="14189" x="3522663" y="3962400"/>
          <p14:tracePt t="14192" x="3516313" y="3962400"/>
          <p14:tracePt t="14196" x="3516313" y="3967163"/>
          <p14:tracePt t="14196" x="3516313" y="3973513"/>
          <p14:tracePt t="14201" x="3511550" y="3973513"/>
          <p14:tracePt t="14208" x="3505200" y="3979863"/>
          <p14:tracePt t="14215" x="3505200" y="3984625"/>
          <p14:tracePt t="14226" x="3505200" y="3990975"/>
          <p14:tracePt t="14230" x="3505200" y="3995738"/>
          <p14:tracePt t="14236" x="3505200" y="4002088"/>
          <p14:tracePt t="14243" x="3505200" y="4006850"/>
          <p14:tracePt t="14675" x="3505200" y="4002088"/>
          <p14:tracePt t="14677" x="3511550" y="3995738"/>
          <p14:tracePt t="14681" x="3516313" y="3990975"/>
          <p14:tracePt t="14688" x="3533775" y="3967163"/>
          <p14:tracePt t="14695" x="3544888" y="3944938"/>
          <p14:tracePt t="14702" x="3556000" y="3933825"/>
          <p14:tracePt t="14709" x="3568700" y="3922713"/>
          <p14:tracePt t="14892" x="3573463" y="3922713"/>
          <p14:tracePt t="14895" x="3579813" y="3922713"/>
          <p14:tracePt t="14898" x="3584575" y="3922713"/>
          <p14:tracePt t="14903" x="3597275" y="3922713"/>
          <p14:tracePt t="14910" x="3625850" y="3916363"/>
          <p14:tracePt t="14917" x="3665538" y="3916363"/>
          <p14:tracePt t="14924" x="3698875" y="3916363"/>
          <p14:tracePt t="14931" x="3738563" y="3916363"/>
          <p14:tracePt t="14938" x="3767138" y="3916363"/>
          <p14:tracePt t="14944" x="3773488" y="3916363"/>
          <p14:tracePt t="16393" x="3778250" y="3916363"/>
          <p14:tracePt t="16394" x="3778250" y="3922713"/>
          <p14:tracePt t="16397" x="3778250" y="3927475"/>
          <p14:tracePt t="16403" x="3790950" y="3938588"/>
          <p14:tracePt t="16410" x="3806825" y="3951288"/>
          <p14:tracePt t="16424" x="3848100" y="4002088"/>
          <p14:tracePt t="16438" x="3938588" y="4041775"/>
          <p14:tracePt t="16439" x="3973513" y="4041775"/>
          <p14:tracePt t="16444" x="4006850" y="4048125"/>
          <p14:tracePt t="16459" x="4217988" y="4059238"/>
          <p14:tracePt t="16466" x="4343400" y="4059238"/>
          <p14:tracePt t="16472" x="4475163" y="4059238"/>
          <p14:tracePt t="16479" x="4605338" y="4059238"/>
          <p14:tracePt t="16486" x="4724400" y="4059238"/>
          <p14:tracePt t="16493" x="4849813" y="4059238"/>
          <p14:tracePt t="16507" x="5038725" y="4070350"/>
          <p14:tracePt t="16515" x="5153025" y="4092575"/>
          <p14:tracePt t="16521" x="5249863" y="4116388"/>
          <p14:tracePt t="16535" x="5551488" y="4178300"/>
          <p14:tracePt t="16542" x="5740400" y="4202113"/>
          <p14:tracePt t="16556" x="6156325" y="4224338"/>
          <p14:tracePt t="16570" x="6537325" y="4213225"/>
          <p14:tracePt t="16584" x="6884988" y="4178300"/>
          <p14:tracePt t="16598" x="7272338" y="4127500"/>
          <p14:tracePt t="16611" x="7677150" y="4121150"/>
          <p14:tracePt t="16625" x="8110538" y="4121150"/>
          <p14:tracePt t="16639" x="8543925" y="4127500"/>
          <p14:tracePt t="16653" x="8829675" y="4144963"/>
          <p14:tracePt t="16667" x="9017000" y="4160838"/>
          <p14:tracePt t="16681" x="9091613" y="4167188"/>
          <p14:tracePt t="16695" x="9096375" y="4167188"/>
          <p14:tracePt t="16768" x="9096375" y="4173538"/>
          <p14:tracePt t="16775" x="9096375" y="4178300"/>
          <p14:tracePt t="16783" x="9096375" y="4184650"/>
          <p14:tracePt t="16863" x="9091613" y="4184650"/>
          <p14:tracePt t="16867" x="9085263" y="4184650"/>
          <p14:tracePt t="16868" x="9080500" y="4184650"/>
          <p14:tracePt t="16875" x="9051925" y="4189413"/>
          <p14:tracePt t="16889" x="8948738" y="4241800"/>
          <p14:tracePt t="16896" x="8880475" y="4286250"/>
          <p14:tracePt t="16903" x="8794750" y="4349750"/>
          <p14:tracePt t="16910" x="8704263" y="4424363"/>
          <p14:tracePt t="16917" x="8618538" y="4481513"/>
          <p14:tracePt t="16924" x="8510588" y="4549775"/>
          <p14:tracePt t="16938" x="8293100" y="4651375"/>
          <p14:tracePt t="16952" x="8128000" y="4708525"/>
          <p14:tracePt t="16960" x="8077200" y="4719638"/>
          <p14:tracePt t="16960" x="8059738" y="4719638"/>
          <p14:tracePt t="16961" x="8048625" y="4725988"/>
          <p14:tracePt t="16972" x="8024813" y="4725988"/>
          <p14:tracePt t="17024" x="8020050" y="4725988"/>
          <p14:tracePt t="17027" x="8013700" y="4725988"/>
          <p14:tracePt t="17029" x="8013700" y="4719638"/>
          <p14:tracePt t="17035" x="8002588" y="4708525"/>
          <p14:tracePt t="17049" x="7923213" y="4635500"/>
          <p14:tracePt t="17063" x="7802563" y="4525963"/>
          <p14:tracePt t="17070" x="7745413" y="4475163"/>
          <p14:tracePt t="17084" x="7637463" y="4371975"/>
          <p14:tracePt t="17090" x="7597775" y="4327525"/>
          <p14:tracePt t="17104" x="7540625" y="4235450"/>
          <p14:tracePt t="17111" x="7535863" y="4202113"/>
          <p14:tracePt t="17118" x="7529513" y="4149725"/>
          <p14:tracePt t="17125" x="7523163" y="4105275"/>
          <p14:tracePt t="17132" x="7523163" y="4052888"/>
          <p14:tracePt t="17139" x="7529513" y="3990975"/>
          <p14:tracePt t="17146" x="7546975" y="3922713"/>
          <p14:tracePt t="17153" x="7569200" y="3848100"/>
          <p14:tracePt t="17160" x="7580313" y="3790950"/>
          <p14:tracePt t="17167" x="7608888" y="3716338"/>
          <p14:tracePt t="17174" x="7637463" y="3630613"/>
          <p14:tracePt t="17188" x="7700963" y="3482975"/>
          <p14:tracePt t="17194" x="7716838" y="3421063"/>
          <p14:tracePt t="17202" x="7734300" y="3363913"/>
          <p14:tracePt t="17208" x="7740650" y="3317875"/>
          <p14:tracePt t="17223" x="7745413" y="3267075"/>
          <p14:tracePt t="17229" x="7745413" y="3249613"/>
          <p14:tracePt t="17237" x="7745413" y="3238500"/>
          <p14:tracePt t="17334" x="7745413" y="3232150"/>
          <p14:tracePt t="17338" x="7745413" y="3227388"/>
          <p14:tracePt t="17342" x="7758113" y="3227388"/>
          <p14:tracePt t="17342" x="7758113" y="3221038"/>
          <p14:tracePt t="17343" x="7762875" y="3221038"/>
          <p14:tracePt t="17347" x="7769225" y="3209925"/>
          <p14:tracePt t="17362" x="7842250" y="3163888"/>
          <p14:tracePt t="17368" x="7899400" y="3128963"/>
          <p14:tracePt t="17382" x="8059738" y="3060700"/>
          <p14:tracePt t="17397" x="8288338" y="3003550"/>
          <p14:tracePt t="17403" x="8396288" y="2987675"/>
          <p14:tracePt t="17410" x="8532813" y="2981325"/>
          <p14:tracePt t="17417" x="8675688" y="2981325"/>
          <p14:tracePt t="17424" x="8805863" y="2981325"/>
          <p14:tracePt t="17431" x="8983663" y="2992438"/>
          <p14:tracePt t="17438" x="9120188" y="3003550"/>
          <p14:tracePt t="17445" x="9245600" y="3027363"/>
          <p14:tracePt t="17452" x="9353550" y="3049588"/>
          <p14:tracePt t="17458" x="9444038" y="3067050"/>
          <p14:tracePt t="17465" x="9518650" y="3095625"/>
          <p14:tracePt t="17472" x="9569450" y="3113088"/>
          <p14:tracePt t="17487" x="9615488" y="3152775"/>
          <p14:tracePt t="17493" x="9626600" y="3175000"/>
          <p14:tracePt t="17509" x="9626600" y="3227388"/>
          <p14:tracePt t="17521" x="9626600" y="3295650"/>
          <p14:tracePt t="17528" x="9621838" y="3352800"/>
          <p14:tracePt t="17535" x="9610725" y="3403600"/>
          <p14:tracePt t="17542" x="9593263" y="3478213"/>
          <p14:tracePt t="17549" x="9564688" y="3590925"/>
          <p14:tracePt t="17556" x="9529763" y="3694113"/>
          <p14:tracePt t="17563" x="9485313" y="3790950"/>
          <p14:tracePt t="17569" x="9432925" y="3894138"/>
          <p14:tracePt t="17577" x="9371013" y="3995738"/>
          <p14:tracePt t="17583" x="9296400" y="4092575"/>
          <p14:tracePt t="17590" x="9239250" y="4173538"/>
          <p14:tracePt t="17597" x="9170988" y="4252913"/>
          <p14:tracePt t="17604" x="9091613" y="4321175"/>
          <p14:tracePt t="17611" x="8994775" y="4389438"/>
          <p14:tracePt t="17618" x="8891588" y="4452938"/>
          <p14:tracePt t="17625" x="8783638" y="4508500"/>
          <p14:tracePt t="17632" x="8669338" y="4560888"/>
          <p14:tracePt t="17639" x="8566150" y="4589463"/>
          <p14:tracePt t="17646" x="8464550" y="4606925"/>
          <p14:tracePt t="17653" x="8356600" y="4618038"/>
          <p14:tracePt t="17660" x="8288338" y="4618038"/>
          <p14:tracePt t="17667" x="8218488" y="4606925"/>
          <p14:tracePt t="17674" x="8162925" y="4594225"/>
          <p14:tracePt t="17681" x="8099425" y="4565650"/>
          <p14:tracePt t="17688" x="8053388" y="4537075"/>
          <p14:tracePt t="17694" x="8020050" y="4514850"/>
          <p14:tracePt t="17701" x="7991475" y="4486275"/>
          <p14:tracePt t="17708" x="7956550" y="4457700"/>
          <p14:tracePt t="17715" x="7934325" y="4418013"/>
          <p14:tracePt t="17722" x="7905750" y="4383088"/>
          <p14:tracePt t="17729" x="7883525" y="4343400"/>
          <p14:tracePt t="17736" x="7848600" y="4292600"/>
          <p14:tracePt t="17743" x="7802563" y="4224338"/>
          <p14:tracePt t="17750" x="7751763" y="4149725"/>
          <p14:tracePt t="17757" x="7705725" y="4059238"/>
          <p14:tracePt t="17764" x="7666038" y="3984625"/>
          <p14:tracePt t="17771" x="7626350" y="3894138"/>
          <p14:tracePt t="17778" x="7597775" y="3813175"/>
          <p14:tracePt t="17785" x="7575550" y="3733800"/>
          <p14:tracePt t="17792" x="7564438" y="3659188"/>
          <p14:tracePt t="17806" x="7620000" y="3500438"/>
          <p14:tracePt t="17807" x="7637463" y="3478213"/>
          <p14:tracePt t="17808" x="7648575" y="3460750"/>
          <p14:tracePt t="17813" x="7689850" y="3408363"/>
          <p14:tracePt t="17820" x="7769225" y="3328988"/>
          <p14:tracePt t="17827" x="7888288" y="3238500"/>
          <p14:tracePt t="17833" x="8008938" y="3163888"/>
          <p14:tracePt t="17848" x="8339138" y="3003550"/>
          <p14:tracePt t="17862" x="8709025" y="2890838"/>
          <p14:tracePt t="17876" x="9005888" y="2838450"/>
          <p14:tracePt t="17889" x="9296400" y="2827338"/>
          <p14:tracePt t="17903" x="9496425" y="2838450"/>
          <p14:tracePt t="17910" x="9610725" y="2867025"/>
          <p14:tracePt t="17917" x="9661525" y="2890838"/>
          <p14:tracePt t="17924" x="9747250" y="2941638"/>
          <p14:tracePt t="17938" x="9866313" y="3049588"/>
          <p14:tracePt t="17953" x="9958388" y="3214688"/>
          <p14:tracePt t="17961" x="9985375" y="3335338"/>
          <p14:tracePt t="17970" x="10009188" y="3482975"/>
          <p14:tracePt t="17977" x="10013950" y="3619500"/>
          <p14:tracePt t="17985" x="10013950" y="3740150"/>
          <p14:tracePt t="17992" x="10002838" y="3870325"/>
          <p14:tracePt t="17997" x="9969500" y="3973513"/>
          <p14:tracePt t="18003" x="9940925" y="4048125"/>
          <p14:tracePt t="18010" x="9872663" y="4160838"/>
          <p14:tracePt t="18020" x="9736138" y="4321175"/>
          <p14:tracePt t="18027" x="9621838" y="4400550"/>
          <p14:tracePt t="18032" x="9529763" y="4457700"/>
          <p14:tracePt t="18042" x="9382125" y="4549775"/>
          <p14:tracePt t="18043" x="9336088" y="4578350"/>
          <p14:tracePt t="18044" x="9318625" y="4583113"/>
          <p14:tracePt t="18044" x="9296400" y="4589463"/>
          <p14:tracePt t="18045" x="9278938" y="4600575"/>
          <p14:tracePt t="18049" x="9263063" y="4606925"/>
          <p14:tracePt t="18063" x="9023350" y="4703763"/>
          <p14:tracePt t="18070" x="8909050" y="4748213"/>
          <p14:tracePt t="18077" x="8805863" y="4776788"/>
          <p14:tracePt t="18091" x="8607425" y="4822825"/>
          <p14:tracePt t="18098" x="8521700" y="4833938"/>
          <p14:tracePt t="18104" x="8429625" y="4845050"/>
          <p14:tracePt t="18112" x="8367713" y="4851400"/>
          <p14:tracePt t="18126" x="8202613" y="4857750"/>
          <p14:tracePt t="18139" x="8059738" y="4851400"/>
          <p14:tracePt t="18153" x="7940675" y="4805363"/>
          <p14:tracePt t="18160" x="7866063" y="4748213"/>
          <p14:tracePt t="18167" x="7826375" y="4697413"/>
          <p14:tracePt t="18174" x="7780338" y="4646613"/>
          <p14:tracePt t="18188" x="7712075" y="4537075"/>
          <p14:tracePt t="18195" x="7683500" y="4481513"/>
          <p14:tracePt t="18202" x="7666038" y="4424363"/>
          <p14:tracePt t="18216" x="7637463" y="4286250"/>
          <p14:tracePt t="18222" x="7620000" y="4195763"/>
          <p14:tracePt t="18229" x="7604125" y="4121150"/>
          <p14:tracePt t="18244" x="7564438" y="3938588"/>
          <p14:tracePt t="18244" x="7551738" y="3894138"/>
          <p14:tracePt t="18245" x="7546975" y="3887788"/>
          <p14:tracePt t="18250" x="7535863" y="3848100"/>
          <p14:tracePt t="18257" x="7523163" y="3762375"/>
          <p14:tracePt t="18271" x="7507288" y="3619500"/>
          <p14:tracePt t="18272" x="7500938" y="3608388"/>
          <p14:tracePt t="18278" x="7494588" y="3562350"/>
          <p14:tracePt t="18285" x="7483475" y="3505200"/>
          <p14:tracePt t="18292" x="7483475" y="3460750"/>
          <p14:tracePt t="18306" x="7472363" y="3375025"/>
          <p14:tracePt t="18313" x="7472363" y="3340100"/>
          <p14:tracePt t="18319" x="7472363" y="3300413"/>
          <p14:tracePt t="18327" x="7472363" y="3278188"/>
          <p14:tracePt t="18340" x="7489825" y="3221038"/>
          <p14:tracePt t="18347" x="7507288" y="3198813"/>
          <p14:tracePt t="18354" x="7529513" y="3181350"/>
          <p14:tracePt t="18369" x="7586663" y="3146425"/>
          <p14:tracePt t="18370" x="7608888" y="3141663"/>
          <p14:tracePt t="18370" x="7615238" y="3135313"/>
          <p14:tracePt t="18371" x="7626350" y="3128963"/>
          <p14:tracePt t="18375" x="7654925" y="3124200"/>
          <p14:tracePt t="18382" x="7716838" y="3101975"/>
          <p14:tracePt t="18389" x="7808913" y="3073400"/>
          <p14:tracePt t="18396" x="7912100" y="3049588"/>
          <p14:tracePt t="18403" x="8037513" y="3027363"/>
          <p14:tracePt t="18410" x="8145463" y="3009900"/>
          <p14:tracePt t="18417" x="8293100" y="3003550"/>
          <p14:tracePt t="18424" x="8447088" y="2998788"/>
          <p14:tracePt t="18431" x="8629650" y="2998788"/>
          <p14:tracePt t="18438" x="8829675" y="3016250"/>
          <p14:tracePt t="18445" x="9067800" y="3055938"/>
          <p14:tracePt t="18452" x="9250363" y="3095625"/>
          <p14:tracePt t="18458" x="9444038" y="3157538"/>
          <p14:tracePt t="18466" x="9661525" y="3243263"/>
          <p14:tracePt t="18473" x="9815513" y="3317875"/>
          <p14:tracePt t="18480" x="9958388" y="3397250"/>
          <p14:tracePt t="18486" x="10088563" y="3500438"/>
          <p14:tracePt t="18494" x="10196513" y="3597275"/>
          <p14:tracePt t="18508" x="10328275" y="3779838"/>
          <p14:tracePt t="18521" x="10385425" y="3910013"/>
          <p14:tracePt t="18522" x="10390188" y="3933825"/>
          <p14:tracePt t="18523" x="10390188" y="3938588"/>
          <p14:tracePt t="18528" x="10390188" y="3962400"/>
          <p14:tracePt t="18535" x="10390188" y="3995738"/>
          <p14:tracePt t="18542" x="10390188" y="4019550"/>
          <p14:tracePt t="18549" x="10379075" y="4041775"/>
          <p14:tracePt t="18556" x="10356850" y="4059238"/>
          <p14:tracePt t="18563" x="10328275" y="4081463"/>
          <p14:tracePt t="18570" x="10288588" y="4121150"/>
          <p14:tracePt t="18579" x="10225088" y="4173538"/>
          <p14:tracePt t="18587" x="10139363" y="4241800"/>
          <p14:tracePt t="18596" x="9998075" y="4356100"/>
          <p14:tracePt t="18603" x="9888538" y="4435475"/>
          <p14:tracePt t="18611" x="9763125" y="4537075"/>
          <p14:tracePt t="18618" x="9666288" y="4606925"/>
          <p14:tracePt t="18623" x="9582150" y="4668838"/>
          <p14:tracePt t="18629" x="9501188" y="4708525"/>
          <p14:tracePt t="18635" x="9421813" y="4760913"/>
          <p14:tracePt t="18644" x="9302750" y="4811713"/>
          <p14:tracePt t="18650" x="9221788" y="4840288"/>
          <p14:tracePt t="18655" x="9159875" y="4862513"/>
          <p14:tracePt t="18660" x="9102725" y="4879975"/>
          <p14:tracePt t="18667" x="9012238" y="4908550"/>
          <p14:tracePt t="18674" x="8937625" y="4926013"/>
          <p14:tracePt t="18688" x="8834438" y="4941888"/>
          <p14:tracePt t="18695" x="8783638" y="4954588"/>
          <p14:tracePt t="18702" x="8743950" y="4965700"/>
          <p14:tracePt t="18708" x="8715375" y="4965700"/>
          <p14:tracePt t="18715" x="8691563" y="4965700"/>
          <p14:tracePt t="18722" x="8675688" y="4965700"/>
          <p14:tracePt t="18729" x="8651875" y="4965700"/>
          <p14:tracePt t="18737" x="8647113" y="4965700"/>
          <p14:tracePt t="18743" x="8636000" y="4959350"/>
          <p14:tracePt t="18750" x="8629650" y="4954588"/>
          <p14:tracePt t="18757" x="8623300" y="4948238"/>
          <p14:tracePt t="18764" x="8623300" y="4941888"/>
          <p14:tracePt t="18771" x="8612188" y="4926013"/>
          <p14:tracePt t="18778" x="8607425" y="4902200"/>
          <p14:tracePt t="18785" x="8601075" y="4879975"/>
          <p14:tracePt t="18792" x="8594725" y="4862513"/>
          <p14:tracePt t="18799" x="8589963" y="4840288"/>
          <p14:tracePt t="18806" x="8578850" y="4822825"/>
          <p14:tracePt t="18812" x="8572500" y="4805363"/>
          <p14:tracePt t="18819" x="8566150" y="4787900"/>
          <p14:tracePt t="18827" x="8561388" y="4776788"/>
          <p14:tracePt t="18833" x="8561388" y="4772025"/>
          <p14:tracePt t="18840" x="8561388" y="4765675"/>
          <p14:tracePt t="18847" x="8561388" y="4760913"/>
          <p14:tracePt t="18854" x="8561388" y="4754563"/>
          <p14:tracePt t="18861" x="8555038" y="4743450"/>
          <p14:tracePt t="18868" x="8555038" y="4737100"/>
          <p14:tracePt t="18875" x="8555038" y="4725988"/>
          <p14:tracePt t="18882" x="8555038" y="4719638"/>
          <p14:tracePt t="18889" x="8555038" y="4714875"/>
          <p14:tracePt t="18912" x="8555038" y="4708525"/>
          <p14:tracePt t="18921" x="8555038" y="4703763"/>
          <p14:tracePt t="18925" x="8555038" y="4697413"/>
          <p14:tracePt t="18929" x="8555038" y="4691063"/>
          <p14:tracePt t="18934" x="8555038" y="4686300"/>
          <p14:tracePt t="18939" x="8555038" y="4679950"/>
          <p14:tracePt t="18944" x="8555038" y="4675188"/>
          <p14:tracePt t="18952" x="8555038" y="4668838"/>
          <p14:tracePt t="18958" x="8555038" y="4662488"/>
          <p14:tracePt t="18965" x="8555038" y="4651375"/>
          <p14:tracePt t="19145" x="8550275" y="4651375"/>
          <p14:tracePt t="19148" x="8539163" y="4651375"/>
          <p14:tracePt t="19153" x="8510588" y="4657725"/>
          <p14:tracePt t="19160" x="8453438" y="4668838"/>
          <p14:tracePt t="19168" x="8385175" y="4675188"/>
          <p14:tracePt t="19174" x="8270875" y="4686300"/>
          <p14:tracePt t="19175" x="8218488" y="4686300"/>
          <p14:tracePt t="19176" x="8202613" y="4686300"/>
          <p14:tracePt t="19181" x="8145463" y="4686300"/>
          <p14:tracePt t="19188" x="8002588" y="4686300"/>
          <p14:tracePt t="19195" x="7820025" y="4686300"/>
          <p14:tracePt t="19209" x="7397750" y="4686300"/>
          <p14:tracePt t="19216" x="7131050" y="4679950"/>
          <p14:tracePt t="19223" x="6880225" y="4668838"/>
          <p14:tracePt t="19229" x="6629400" y="4646613"/>
          <p14:tracePt t="19237" x="6372225" y="4629150"/>
          <p14:tracePt t="19243" x="6127750" y="4606925"/>
          <p14:tracePt t="19250" x="5910263" y="4583113"/>
          <p14:tracePt t="19257" x="5727700" y="4572000"/>
          <p14:tracePt t="19264" x="5534025" y="4560888"/>
          <p14:tracePt t="19271" x="5335588" y="4543425"/>
          <p14:tracePt t="19279" x="5164138" y="4532313"/>
          <p14:tracePt t="19280" x="5100638" y="4525963"/>
          <p14:tracePt t="19292" x="4867275" y="4508500"/>
          <p14:tracePt t="19299" x="4741863" y="4497388"/>
          <p14:tracePt t="19306" x="4622800" y="4486275"/>
          <p14:tracePt t="19312" x="4486275" y="4475163"/>
          <p14:tracePt t="19319" x="4365625" y="4464050"/>
          <p14:tracePt t="19327" x="4251325" y="4446588"/>
          <p14:tracePt t="19333" x="4138613" y="4424363"/>
          <p14:tracePt t="19340" x="4041775" y="4400550"/>
          <p14:tracePt t="19347" x="3949700" y="4371975"/>
          <p14:tracePt t="19354" x="3870325" y="4343400"/>
          <p14:tracePt t="19361" x="3795713" y="4310063"/>
          <p14:tracePt t="19368" x="3727450" y="4275138"/>
          <p14:tracePt t="19375" x="3659188" y="4235450"/>
          <p14:tracePt t="19382" x="3597275" y="4213225"/>
          <p14:tracePt t="19389" x="3527425" y="4178300"/>
          <p14:tracePt t="19396" x="3471863" y="4156075"/>
          <p14:tracePt t="19403" x="3408363" y="4132263"/>
          <p14:tracePt t="19410" x="3368675" y="4116388"/>
          <p14:tracePt t="19417" x="3322638" y="4098925"/>
          <p14:tracePt t="19424" x="3282950" y="4087813"/>
          <p14:tracePt t="19431" x="3265488" y="4081463"/>
          <p14:tracePt t="19438" x="3243263" y="4070350"/>
          <p14:tracePt t="19444" x="3225800" y="4059238"/>
          <p14:tracePt t="19452" x="3221038" y="4052888"/>
          <p14:tracePt t="19458" x="3208338" y="4048125"/>
          <p14:tracePt t="19465" x="3197225" y="4035425"/>
          <p14:tracePt t="19472" x="3192463" y="4035425"/>
          <p14:tracePt t="19479" x="3179763" y="4030663"/>
          <p14:tracePt t="19486" x="3175000" y="4019550"/>
          <p14:tracePt t="19493" x="3163888" y="4013200"/>
          <p14:tracePt t="19502" x="3152775" y="4006850"/>
          <p14:tracePt t="19507" x="3140075" y="4002088"/>
          <p14:tracePt t="19521" x="3100388" y="3984625"/>
          <p14:tracePt t="19528" x="3078163" y="3979863"/>
          <p14:tracePt t="19535" x="3060700" y="3967163"/>
          <p14:tracePt t="19542" x="3027363" y="3962400"/>
          <p14:tracePt t="19549" x="3003550" y="3951288"/>
          <p14:tracePt t="19556" x="2974975" y="3938588"/>
          <p14:tracePt t="19563" x="2957513" y="3933825"/>
          <p14:tracePt t="19570" x="2946400" y="3927475"/>
          <p14:tracePt t="19577" x="2941638" y="3922713"/>
          <p14:tracePt t="19586" x="2935288" y="3922713"/>
          <p14:tracePt t="19593" x="2935288" y="3916363"/>
          <p14:tracePt t="19869" x="2941638" y="3916363"/>
          <p14:tracePt t="19873" x="2946400" y="3916363"/>
          <p14:tracePt t="19875" x="2952750" y="3916363"/>
          <p14:tracePt t="19882" x="2974975" y="3910013"/>
          <p14:tracePt t="19889" x="3014663" y="3898900"/>
          <p14:tracePt t="19896" x="3060700" y="3887788"/>
          <p14:tracePt t="19903" x="3106738" y="3876675"/>
          <p14:tracePt t="19910" x="3157538" y="3870325"/>
          <p14:tracePt t="19917" x="3208338" y="3865563"/>
          <p14:tracePt t="19924" x="3249613" y="3859213"/>
          <p14:tracePt t="19931" x="3289300" y="3848100"/>
          <p14:tracePt t="19938" x="3328988" y="3841750"/>
          <p14:tracePt t="19945" x="3362325" y="3841750"/>
          <p14:tracePt t="19952" x="3386138" y="3836988"/>
          <p14:tracePt t="19958" x="3397250" y="3836988"/>
          <p14:tracePt t="20113" x="3403600" y="3836988"/>
          <p14:tracePt t="20119" x="3408363" y="3836988"/>
          <p14:tracePt t="22217" x="3403600" y="3841750"/>
          <p14:tracePt t="22221" x="3397250" y="3848100"/>
          <p14:tracePt t="22224" x="3397250" y="3854450"/>
          <p14:tracePt t="22229" x="3386138" y="3859213"/>
          <p14:tracePt t="22243" x="3357563" y="3876675"/>
          <p14:tracePt t="22250" x="3340100" y="3887788"/>
          <p14:tracePt t="22264" x="3294063" y="3905250"/>
          <p14:tracePt t="22278" x="3243263" y="3927475"/>
          <p14:tracePt t="22279" x="3225800" y="3927475"/>
          <p14:tracePt t="22285" x="3203575" y="3938588"/>
          <p14:tracePt t="22300" x="3163888" y="3951288"/>
          <p14:tracePt t="22300" x="3152775" y="3951288"/>
          <p14:tracePt t="22306" x="3135313" y="3956050"/>
          <p14:tracePt t="22313" x="3124200" y="3962400"/>
          <p14:tracePt t="22327" x="3100388" y="3962400"/>
          <p14:tracePt t="22333" x="3095625" y="3962400"/>
          <p14:tracePt t="22392" x="3095625" y="3956050"/>
          <p14:tracePt t="22398" x="3095625" y="3951288"/>
          <p14:tracePt t="22402" x="3095625" y="3944938"/>
          <p14:tracePt t="22406" x="3095625" y="3938588"/>
          <p14:tracePt t="22417" x="3095625" y="3927475"/>
          <p14:tracePt t="22431" x="3095625" y="3905250"/>
          <p14:tracePt t="22446" x="3095625" y="3876675"/>
          <p14:tracePt t="22459" x="3100388" y="3854450"/>
          <p14:tracePt t="22466" x="3111500" y="3841750"/>
          <p14:tracePt t="22480" x="3117850" y="3830638"/>
          <p14:tracePt t="22486" x="3117850" y="3825875"/>
          <p14:tracePt t="22496" x="3124200" y="3813175"/>
          <p14:tracePt t="22500" x="3128963" y="3813175"/>
          <p14:tracePt t="22509" x="3135313" y="3813175"/>
          <p14:tracePt t="22521" x="3140075" y="3813175"/>
          <p14:tracePt t="22528" x="3146425" y="3813175"/>
          <p14:tracePt t="22536" x="3152775" y="3813175"/>
          <p14:tracePt t="22546" x="3157538" y="3813175"/>
          <p14:tracePt t="22550" x="3163888" y="3813175"/>
          <p14:tracePt t="22557" x="3168650" y="3813175"/>
          <p14:tracePt t="22564" x="3175000" y="3813175"/>
          <p14:tracePt t="22570" x="3179763" y="3813175"/>
          <p14:tracePt t="22577" x="3192463" y="3813175"/>
          <p14:tracePt t="22583" x="3197225" y="3813175"/>
          <p14:tracePt t="22591" x="3214688" y="3819525"/>
          <p14:tracePt t="22598" x="3232150" y="3825875"/>
          <p14:tracePt t="22604" x="3243263" y="3830638"/>
          <p14:tracePt t="22611" x="3265488" y="3836988"/>
          <p14:tracePt t="22618" x="3289300" y="3841750"/>
          <p14:tracePt t="22625" x="3317875" y="3848100"/>
          <p14:tracePt t="22632" x="3351213" y="3854450"/>
          <p14:tracePt t="22639" x="3386138" y="3859213"/>
          <p14:tracePt t="22646" x="3414713" y="3865563"/>
          <p14:tracePt t="22653" x="3448050" y="3865563"/>
          <p14:tracePt t="22660" x="3471863" y="3865563"/>
          <p14:tracePt t="22667" x="3494088" y="3865563"/>
          <p14:tracePt t="22674" x="3511550" y="3865563"/>
          <p14:tracePt t="22681" x="3533775" y="3865563"/>
          <p14:tracePt t="22688" x="3544888" y="3870325"/>
          <p14:tracePt t="22695" x="3556000" y="3870325"/>
          <p14:tracePt t="22703" x="3562350" y="3870325"/>
          <p14:tracePt t="22761" x="3568700" y="3870325"/>
          <p14:tracePt t="22764" x="3573463" y="3870325"/>
          <p14:tracePt t="22774" x="3573463" y="3865563"/>
          <p14:tracePt t="22775" x="3579813" y="3865563"/>
          <p14:tracePt t="22919" x="3579813" y="3859213"/>
          <p14:tracePt t="22927" x="3579813" y="3854450"/>
          <p14:tracePt t="22941" x="3579813" y="3848100"/>
          <p14:tracePt t="22948" x="3579813" y="3841750"/>
          <p14:tracePt t="22961" x="3573463" y="3841750"/>
          <p14:tracePt t="22962" x="3573463" y="3836988"/>
          <p14:tracePt t="22965" x="3568700" y="3836988"/>
          <p14:tracePt t="22976" x="3562350" y="3836988"/>
          <p14:tracePt t="22987" x="3556000" y="3830638"/>
          <p14:tracePt t="23001" x="3544888" y="3825875"/>
          <p14:tracePt t="23007" x="3540125" y="3819525"/>
          <p14:tracePt t="23025" x="3533775" y="3819525"/>
          <p14:tracePt t="23029" x="3533775" y="3813175"/>
          <p14:tracePt t="23038" x="3527425" y="3813175"/>
          <p14:tracePt t="23049" x="3522663" y="3808413"/>
          <p14:tracePt t="23060" x="3516313" y="3808413"/>
          <p14:tracePt t="23071" x="3516313" y="3802063"/>
          <p14:tracePt t="23078" x="3511550" y="3797300"/>
          <p14:tracePt t="23090" x="3505200" y="3797300"/>
          <p14:tracePt t="23120" x="3500438" y="3797300"/>
          <p14:tracePt t="24728" x="3500438" y="3802063"/>
          <p14:tracePt t="24731" x="3500438" y="3808413"/>
          <p14:tracePt t="24736" x="3500438" y="3819525"/>
          <p14:tracePt t="24744" x="3500438" y="3841750"/>
          <p14:tracePt t="24750" x="3505200" y="3865563"/>
          <p14:tracePt t="24757" x="3511550" y="3887788"/>
          <p14:tracePt t="24764" x="3516313" y="3916363"/>
          <p14:tracePt t="24771" x="3527425" y="3944938"/>
          <p14:tracePt t="24778" x="3533775" y="3967163"/>
          <p14:tracePt t="24785" x="3544888" y="3984625"/>
          <p14:tracePt t="24799" x="3556000" y="4006850"/>
          <p14:tracePt t="24813" x="3562350" y="4013200"/>
          <p14:tracePt t="24886" x="3568700" y="4013200"/>
          <p14:tracePt t="24902" x="3568700" y="4006850"/>
          <p14:tracePt t="24904" x="3573463" y="4006850"/>
          <p14:tracePt t="24910" x="3579813" y="4002088"/>
          <p14:tracePt t="24917" x="3584575" y="3990975"/>
          <p14:tracePt t="24931" x="3602038" y="3973513"/>
          <p14:tracePt t="24945" x="3625850" y="3951288"/>
          <p14:tracePt t="24952" x="3636963" y="3933825"/>
          <p14:tracePt t="24959" x="3641725" y="3922713"/>
          <p14:tracePt t="24965" x="3652838" y="3910013"/>
          <p14:tracePt t="24973" x="3665538" y="3894138"/>
          <p14:tracePt t="24979" x="3670300" y="3881438"/>
          <p14:tracePt t="24986" x="3681413" y="3870325"/>
          <p14:tracePt t="24993" x="3694113" y="3859213"/>
          <p14:tracePt t="25000" x="3705225" y="3848100"/>
          <p14:tracePt t="25007" x="3709988" y="3848100"/>
          <p14:tracePt t="25014" x="3709988" y="3841750"/>
          <p14:tracePt t="25028" x="3716338" y="3841750"/>
          <p14:tracePt t="25105" x="3716338" y="3848100"/>
          <p14:tracePt t="25108" x="3716338" y="3854450"/>
          <p14:tracePt t="25113" x="3709988" y="3854450"/>
          <p14:tracePt t="25118" x="3705225" y="3859213"/>
          <p14:tracePt t="25132" x="3705225" y="3865563"/>
          <p14:tracePt t="25267" x="3705225" y="3870325"/>
          <p14:tracePt t="25276" x="3705225" y="3876675"/>
          <p14:tracePt t="25280" x="3705225" y="3881438"/>
          <p14:tracePt t="25294" x="3698875" y="3887788"/>
          <p14:tracePt t="25310" x="3698875" y="3894138"/>
          <p14:tracePt t="25381" x="3698875" y="3898900"/>
          <p14:tracePt t="25388" x="3698875" y="3905250"/>
          <p14:tracePt t="25398" x="3698875" y="3910013"/>
          <p14:tracePt t="26140" x="3705225" y="3910013"/>
          <p14:tracePt t="26283" x="3709988" y="3910013"/>
          <p14:tracePt t="26291" x="3716338" y="3910013"/>
          <p14:tracePt t="26295" x="3722688" y="3910013"/>
          <p14:tracePt t="26301" x="3733800" y="3910013"/>
          <p14:tracePt t="26302" x="3738563" y="3910013"/>
          <p14:tracePt t="26313" x="3767138" y="3910013"/>
          <p14:tracePt t="26320" x="3784600" y="3910013"/>
          <p14:tracePt t="26334" x="3819525" y="3910013"/>
          <p14:tracePt t="26348" x="3841750" y="3916363"/>
          <p14:tracePt t="26635" x="3848100" y="3916363"/>
          <p14:tracePt t="26637" x="3852863" y="3916363"/>
          <p14:tracePt t="26640" x="3859213" y="3916363"/>
          <p14:tracePt t="26646" x="3881438" y="3910013"/>
          <p14:tracePt t="26660" x="3978275" y="3881438"/>
          <p14:tracePt t="26667" x="4064000" y="3870325"/>
          <p14:tracePt t="26674" x="4160838" y="3859213"/>
          <p14:tracePt t="26688" x="4418013" y="3825875"/>
          <p14:tracePt t="26695" x="4600575" y="3819525"/>
          <p14:tracePt t="26702" x="4822825" y="3819525"/>
          <p14:tracePt t="26716" x="5380038" y="3819525"/>
          <p14:tracePt t="26722" x="5780088" y="3825875"/>
          <p14:tracePt t="26729" x="6081713" y="3830638"/>
          <p14:tracePt t="26736" x="6457950" y="3836988"/>
          <p14:tracePt t="26750" x="7118350" y="3836988"/>
          <p14:tracePt t="26757" x="7369175" y="3836988"/>
          <p14:tracePt t="26771" x="7859713" y="3836988"/>
          <p14:tracePt t="26778" x="8031163" y="3825875"/>
          <p14:tracePt t="26792" x="8288338" y="3819525"/>
          <p14:tracePt t="26806" x="8469313" y="3802063"/>
          <p14:tracePt t="26813" x="8510588" y="3797300"/>
          <p14:tracePt t="26827" x="8532813" y="3790950"/>
          <p14:tracePt t="26893" x="8532813" y="3797300"/>
          <p14:tracePt t="26896" x="8532813" y="3802063"/>
          <p14:tracePt t="26898" x="8532813" y="3808413"/>
          <p14:tracePt t="26903" x="8526463" y="3825875"/>
          <p14:tracePt t="26910" x="8515350" y="3865563"/>
          <p14:tracePt t="26917" x="8497888" y="3905250"/>
          <p14:tracePt t="26924" x="8475663" y="3956050"/>
          <p14:tracePt t="26931" x="8458200" y="4002088"/>
          <p14:tracePt t="26938" x="8429625" y="4048125"/>
          <p14:tracePt t="26945" x="8407400" y="4092575"/>
          <p14:tracePt t="26952" x="8378825" y="4132263"/>
          <p14:tracePt t="26966" x="8321675" y="4224338"/>
          <p14:tracePt t="26980" x="8270875" y="4338638"/>
          <p14:tracePt t="26994" x="8242300" y="4508500"/>
          <p14:tracePt t="27009" x="8235950" y="4651375"/>
          <p14:tracePt t="27019" x="8235950" y="4719638"/>
          <p14:tracePt t="27027" x="8242300" y="4765675"/>
          <p14:tracePt t="27035" x="8253413" y="4811713"/>
          <p14:tracePt t="27044" x="8270875" y="4857750"/>
          <p14:tracePt t="27050" x="8281988" y="4891088"/>
          <p14:tracePt t="27057" x="8288338" y="4926013"/>
          <p14:tracePt t="27064" x="8299450" y="4959350"/>
          <p14:tracePt t="27074" x="8304213" y="4999038"/>
          <p14:tracePt t="27082" x="8304213" y="5027613"/>
          <p14:tracePt t="27087" x="8304213" y="5045075"/>
          <p14:tracePt t="27093" x="8299450" y="5056188"/>
          <p14:tracePt t="27098" x="8293100" y="5073650"/>
          <p14:tracePt t="27104" x="8288338" y="5084763"/>
          <p14:tracePt t="27112" x="8275638" y="5102225"/>
          <p14:tracePt t="27126" x="8253413" y="5113338"/>
          <p14:tracePt t="27132" x="8231188" y="5130800"/>
          <p14:tracePt t="27146" x="8185150" y="5141913"/>
          <p14:tracePt t="27153" x="8167688" y="5153025"/>
          <p14:tracePt t="27168" x="8116888" y="5164138"/>
          <p14:tracePt t="27169" x="8099425" y="5170488"/>
          <p14:tracePt t="27170" x="8093075" y="5170488"/>
          <p14:tracePt t="27171" x="8088313" y="5170488"/>
          <p14:tracePt t="27181" x="8037513" y="5181600"/>
          <p14:tracePt t="27195" x="7923213" y="5205413"/>
          <p14:tracePt t="27209" x="7762875" y="5238750"/>
          <p14:tracePt t="27223" x="7580313" y="5256213"/>
          <p14:tracePt t="27237" x="7375525" y="5256213"/>
          <p14:tracePt t="27251" x="7159625" y="5216525"/>
          <p14:tracePt t="27264" x="6924675" y="5113338"/>
          <p14:tracePt t="27278" x="6669088" y="4976813"/>
          <p14:tracePt t="27292" x="6400800" y="4845050"/>
          <p14:tracePt t="27293" x="6367463" y="4829175"/>
          <p14:tracePt t="27294" x="6343650" y="4822825"/>
          <p14:tracePt t="27295" x="6326188" y="4811713"/>
          <p14:tracePt t="27299" x="6275388" y="4783138"/>
          <p14:tracePt t="27313" x="6075363" y="4622800"/>
          <p14:tracePt t="27320" x="5995988" y="4532313"/>
          <p14:tracePt t="27334" x="5848350" y="4298950"/>
          <p14:tracePt t="27340" x="5773738" y="4138613"/>
          <p14:tracePt t="27355" x="5648325" y="3779838"/>
          <p14:tracePt t="27361" x="5591175" y="3557588"/>
          <p14:tracePt t="27376" x="5522913" y="3141663"/>
          <p14:tracePt t="27389" x="5505450" y="2798763"/>
          <p14:tracePt t="27403" x="5557838" y="2554288"/>
          <p14:tracePt t="27410" x="5608638" y="2462213"/>
          <p14:tracePt t="27424" x="5699125" y="2349500"/>
          <p14:tracePt t="27431" x="5768975" y="2314575"/>
          <p14:tracePt t="27445" x="5916613" y="2257425"/>
          <p14:tracePt t="27446" x="5934075" y="2251075"/>
          <p14:tracePt t="27447" x="5945188" y="2246313"/>
          <p14:tracePt t="27452" x="5995988" y="2235200"/>
          <p14:tracePt t="27466" x="6156325" y="2195513"/>
          <p14:tracePt t="27480" x="6303963" y="2160588"/>
          <p14:tracePt t="27486" x="6394450" y="2154238"/>
          <p14:tracePt t="27494" x="6508750" y="2149475"/>
          <p14:tracePt t="27508" x="6788150" y="2154238"/>
          <p14:tracePt t="27522" x="7267575" y="2200275"/>
          <p14:tracePt t="27528" x="7558088" y="2239963"/>
          <p14:tracePt t="27535" x="7831138" y="2286000"/>
          <p14:tracePt t="27542" x="8048625" y="2320925"/>
          <p14:tracePt t="27549" x="8378825" y="2371725"/>
          <p14:tracePt t="27564" x="8891588" y="2428875"/>
          <p14:tracePt t="27577" x="9278938" y="2479675"/>
          <p14:tracePt t="27584" x="9444038" y="2497138"/>
          <p14:tracePt t="27591" x="9553575" y="2519363"/>
          <p14:tracePt t="27598" x="9637713" y="2530475"/>
          <p14:tracePt t="27605" x="9707563" y="2543175"/>
          <p14:tracePt t="27612" x="9747250" y="2559050"/>
          <p14:tracePt t="27619" x="9769475" y="2571750"/>
          <p14:tracePt t="27633" x="9820275" y="2600325"/>
          <p14:tracePt t="27639" x="9837738" y="2616200"/>
          <p14:tracePt t="27646" x="9866313" y="2644775"/>
          <p14:tracePt t="27653" x="9888538" y="2690813"/>
          <p14:tracePt t="27668" x="9940925" y="2787650"/>
          <p14:tracePt t="27674" x="9974263" y="2855913"/>
          <p14:tracePt t="27688" x="10066338" y="3060700"/>
          <p14:tracePt t="27695" x="10145713" y="3209925"/>
          <p14:tracePt t="27709" x="10321925" y="3489325"/>
          <p14:tracePt t="27723" x="10561638" y="3808413"/>
          <p14:tracePt t="27723" x="10601325" y="3854450"/>
          <p14:tracePt t="27730" x="10669588" y="3933825"/>
          <p14:tracePt t="27736" x="10818813" y="4081463"/>
          <p14:tracePt t="27743" x="10926763" y="4202113"/>
          <p14:tracePt t="27750" x="11034713" y="4310063"/>
          <p14:tracePt t="27757" x="11114088" y="4389438"/>
          <p14:tracePt t="27764" x="11166475" y="4464050"/>
          <p14:tracePt t="27778" x="11210925" y="4549775"/>
          <p14:tracePt t="27785" x="11223625" y="4578350"/>
          <p14:tracePt t="27792" x="11217275" y="4606925"/>
          <p14:tracePt t="27799" x="11199813" y="4640263"/>
          <p14:tracePt t="27806" x="11171238" y="4675188"/>
          <p14:tracePt t="27813" x="11131550" y="4714875"/>
          <p14:tracePt t="27820" x="11080750" y="4760913"/>
          <p14:tracePt t="27827" x="11023600" y="4800600"/>
          <p14:tracePt t="27834" x="10966450" y="4840288"/>
          <p14:tracePt t="27841" x="10898188" y="4873625"/>
          <p14:tracePt t="27847" x="10847388" y="4908550"/>
          <p14:tracePt t="27854" x="10790238" y="4937125"/>
          <p14:tracePt t="27861" x="10726738" y="4959350"/>
          <p14:tracePt t="27868" x="10669588" y="4987925"/>
          <p14:tracePt t="27883" x="10528300" y="5038725"/>
          <p14:tracePt t="27889" x="10431463" y="5080000"/>
          <p14:tracePt t="27896" x="10339388" y="5108575"/>
          <p14:tracePt t="27903" x="10242550" y="5137150"/>
          <p14:tracePt t="27910" x="10163175" y="5164138"/>
          <p14:tracePt t="27917" x="10037763" y="5205413"/>
          <p14:tracePt t="27924" x="9877425" y="5262563"/>
          <p14:tracePt t="27931" x="9736138" y="5307013"/>
          <p14:tracePt t="27945" x="9461500" y="5381625"/>
          <p14:tracePt t="27952" x="9307513" y="5421313"/>
          <p14:tracePt t="27959" x="9177338" y="5443538"/>
          <p14:tracePt t="27966" x="9045575" y="5467350"/>
          <p14:tracePt t="27980" x="8869363" y="5495925"/>
          <p14:tracePt t="27987" x="8788400" y="5507038"/>
          <p14:tracePt t="27994" x="8720138" y="5518150"/>
          <p14:tracePt t="28008" x="8612188" y="5540375"/>
          <p14:tracePt t="28009" x="8601075" y="5540375"/>
          <p14:tracePt t="28009" x="8589963" y="5540375"/>
          <p14:tracePt t="28021" x="8532813" y="5557838"/>
          <p14:tracePt t="28035" x="8447088" y="5575300"/>
          <p14:tracePt t="28049" x="8356600" y="5597525"/>
          <p14:tracePt t="28050" x="8339138" y="5597525"/>
          <p14:tracePt t="28056" x="8293100" y="5603875"/>
          <p14:tracePt t="28063" x="8231188" y="5621338"/>
          <p14:tracePt t="28077" x="8077200" y="5626100"/>
          <p14:tracePt t="28084" x="7991475" y="5626100"/>
          <p14:tracePt t="28091" x="7888288" y="5626100"/>
          <p14:tracePt t="28097" x="7797800" y="5626100"/>
          <p14:tracePt t="28105" x="7729538" y="5610225"/>
          <p14:tracePt t="28106" x="7694613" y="5603875"/>
          <p14:tracePt t="28107" x="7677150" y="5592763"/>
          <p14:tracePt t="28111" x="7632700" y="5575300"/>
          <p14:tracePt t="28118" x="7558088" y="5529263"/>
          <p14:tracePt t="28125" x="7467600" y="5478463"/>
          <p14:tracePt t="28132" x="7381875" y="5427663"/>
          <p14:tracePt t="28140" x="7289800" y="5353050"/>
          <p14:tracePt t="28146" x="7204075" y="5289550"/>
          <p14:tracePt t="28153" x="7124700" y="5216525"/>
          <p14:tracePt t="28167" x="6931025" y="5033963"/>
          <p14:tracePt t="28174" x="6794500" y="4886325"/>
          <p14:tracePt t="28188" x="6515100" y="4618038"/>
          <p14:tracePt t="28195" x="6332538" y="4452938"/>
          <p14:tracePt t="28202" x="6167438" y="4292600"/>
          <p14:tracePt t="28209" x="6024563" y="4127500"/>
          <p14:tracePt t="28216" x="5894388" y="3944938"/>
          <p14:tracePt t="28222" x="5802313" y="3768725"/>
          <p14:tracePt t="28229" x="5751513" y="3614738"/>
          <p14:tracePt t="28236" x="5734050" y="3465513"/>
          <p14:tracePt t="28243" x="5734050" y="3324225"/>
          <p14:tracePt t="28251" x="5768975" y="3192463"/>
          <p14:tracePt t="28258" x="5819775" y="3067050"/>
          <p14:tracePt t="28265" x="5888038" y="2981325"/>
          <p14:tracePt t="28278" x="6145213" y="2822575"/>
          <p14:tracePt t="28285" x="6332538" y="2759075"/>
          <p14:tracePt t="28292" x="6515100" y="2713038"/>
          <p14:tracePt t="28299" x="6777038" y="2684463"/>
          <p14:tracePt t="28306" x="7118350" y="2662238"/>
          <p14:tracePt t="28313" x="7443788" y="2651125"/>
          <p14:tracePt t="28320" x="7745413" y="2651125"/>
          <p14:tracePt t="28327" x="8077200" y="2651125"/>
          <p14:tracePt t="28334" x="8424863" y="2655888"/>
          <p14:tracePt t="28341" x="8748713" y="2668588"/>
          <p14:tracePt t="28348" x="9199563" y="2697163"/>
          <p14:tracePt t="28354" x="9586913" y="2725738"/>
          <p14:tracePt t="28361" x="9923463" y="2770188"/>
          <p14:tracePt t="28368" x="10180638" y="2805113"/>
          <p14:tracePt t="28375" x="10487025" y="2862263"/>
          <p14:tracePt t="28382" x="10698163" y="2906713"/>
          <p14:tracePt t="28389" x="10887075" y="2959100"/>
          <p14:tracePt t="28396" x="10988675" y="2992438"/>
          <p14:tracePt t="28403" x="11052175" y="3032125"/>
          <p14:tracePt t="28410" x="11085513" y="3067050"/>
          <p14:tracePt t="28417" x="11098213" y="3101975"/>
          <p14:tracePt t="28424" x="11098213" y="3128963"/>
          <p14:tracePt t="28431" x="11085513" y="3170238"/>
          <p14:tracePt t="28438" x="11056938" y="3227388"/>
          <p14:tracePt t="28445" x="11029950" y="3295650"/>
          <p14:tracePt t="28452" x="10988675" y="3386138"/>
          <p14:tracePt t="28459" x="10948988" y="3465513"/>
          <p14:tracePt t="28466" x="10898188" y="3551238"/>
          <p14:tracePt t="28472" x="10847388" y="3636963"/>
          <p14:tracePt t="28479" x="10790238" y="3729038"/>
          <p14:tracePt t="28486" x="10750550" y="3797300"/>
          <p14:tracePt t="28494" x="10698163" y="3859213"/>
          <p14:tracePt t="28503" x="10612438" y="3944938"/>
          <p14:tracePt t="28509" x="10567988" y="3995738"/>
          <p14:tracePt t="28521" x="10402888" y="4116388"/>
          <p14:tracePt t="28528" x="10306050" y="4184650"/>
          <p14:tracePt t="28535" x="10202863" y="4246563"/>
          <p14:tracePt t="28542" x="10088563" y="4314825"/>
          <p14:tracePt t="28549" x="9917113" y="4406900"/>
          <p14:tracePt t="28556" x="9747250" y="4503738"/>
          <p14:tracePt t="28563" x="9540875" y="4600575"/>
          <p14:tracePt t="28570" x="9371013" y="4679950"/>
          <p14:tracePt t="28577" x="9205913" y="4754563"/>
          <p14:tracePt t="28584" x="9045575" y="4816475"/>
          <p14:tracePt t="28591" x="8902700" y="4879975"/>
          <p14:tracePt t="28598" x="8743950" y="4930775"/>
          <p14:tracePt t="28604" x="8636000" y="4970463"/>
          <p14:tracePt t="28612" x="8526463" y="5011738"/>
          <p14:tracePt t="28618" x="8413750" y="5038725"/>
          <p14:tracePt t="28625" x="8328025" y="5062538"/>
          <p14:tracePt t="28632" x="8253413" y="5073650"/>
          <p14:tracePt t="28639" x="8202613" y="5080000"/>
          <p14:tracePt t="28646" x="8162925" y="5080000"/>
          <p14:tracePt t="28653" x="8121650" y="5080000"/>
          <p14:tracePt t="28660" x="8093075" y="5080000"/>
          <p14:tracePt t="28667" x="8066088" y="5067300"/>
          <p14:tracePt t="28674" x="8031163" y="5056188"/>
          <p14:tracePt t="28681" x="8002588" y="5038725"/>
          <p14:tracePt t="28690" x="7967663" y="5027613"/>
          <p14:tracePt t="28699" x="7945438" y="4999038"/>
          <p14:tracePt t="28707" x="7923213" y="4970463"/>
          <p14:tracePt t="28713" x="7916863" y="4941888"/>
          <p14:tracePt t="28720" x="7905750" y="4902200"/>
          <p14:tracePt t="28727" x="7888288" y="4857750"/>
          <p14:tracePt t="28734" x="7866063" y="4800600"/>
          <p14:tracePt t="28740" x="7842250" y="4725988"/>
          <p14:tracePt t="28751" x="7815263" y="4622800"/>
          <p14:tracePt t="28759" x="7797800" y="4543425"/>
          <p14:tracePt t="28765" x="7786688" y="4475163"/>
          <p14:tracePt t="28771" x="7773988" y="4389438"/>
          <p14:tracePt t="28778" x="7762875" y="4298950"/>
          <p14:tracePt t="28785" x="7762875" y="4235450"/>
          <p14:tracePt t="28792" x="7762875" y="4156075"/>
          <p14:tracePt t="28799" x="7791450" y="4081463"/>
          <p14:tracePt t="28806" x="7837488" y="4019550"/>
          <p14:tracePt t="28813" x="7899400" y="3962400"/>
          <p14:tracePt t="28820" x="7985125" y="3898900"/>
          <p14:tracePt t="28827" x="8070850" y="3854450"/>
          <p14:tracePt t="28834" x="8156575" y="3819525"/>
          <p14:tracePt t="28841" x="8264525" y="3779838"/>
          <p14:tracePt t="28848" x="8385175" y="3756025"/>
          <p14:tracePt t="28854" x="8482013" y="3740150"/>
          <p14:tracePt t="28862" x="8589963" y="3722688"/>
          <p14:tracePt t="28869" x="8675688" y="3722688"/>
          <p14:tracePt t="28876" x="8737600" y="3722688"/>
          <p14:tracePt t="28883" x="8783638" y="3733800"/>
          <p14:tracePt t="28889" x="8805863" y="3751263"/>
          <p14:tracePt t="28896" x="8812213" y="3784600"/>
          <p14:tracePt t="28903" x="8801100" y="3836988"/>
          <p14:tracePt t="28910" x="8777288" y="3898900"/>
          <p14:tracePt t="28917" x="8720138" y="4019550"/>
          <p14:tracePt t="28924" x="8607425" y="4184650"/>
          <p14:tracePt t="28931" x="8469313" y="4383088"/>
          <p14:tracePt t="28938" x="8299450" y="4594225"/>
          <p14:tracePt t="28945" x="8150225" y="4772025"/>
          <p14:tracePt t="28952" x="7980363" y="4965700"/>
          <p14:tracePt t="28959" x="7854950" y="5102225"/>
          <p14:tracePt t="28966" x="7729538" y="5216525"/>
          <p14:tracePt t="28973" x="7643813" y="5289550"/>
          <p14:tracePt t="28979" x="7580313" y="5330825"/>
          <p14:tracePt t="28987" x="7535863" y="5353050"/>
          <p14:tracePt t="28993" x="7500938" y="5359400"/>
          <p14:tracePt t="29000" x="7472363" y="5364163"/>
          <p14:tracePt t="29007" x="7439025" y="5364163"/>
          <p14:tracePt t="29014" x="7410450" y="5364163"/>
          <p14:tracePt t="29021" x="7381875" y="5370513"/>
          <p14:tracePt t="29028" x="7342188" y="5375275"/>
          <p14:tracePt t="29035" x="7307263" y="5387975"/>
          <p14:tracePt t="29042" x="7239000" y="5392738"/>
          <p14:tracePt t="29049" x="7146925" y="5410200"/>
          <p14:tracePt t="29056" x="7021513" y="5438775"/>
          <p14:tracePt t="29063" x="6884988" y="5456238"/>
          <p14:tracePt t="29070" x="6731000" y="5478463"/>
          <p14:tracePt t="29077" x="6565900" y="5489575"/>
          <p14:tracePt t="29084" x="6361113" y="5500688"/>
          <p14:tracePt t="29091" x="6196013" y="5500688"/>
          <p14:tracePt t="29098" x="6042025" y="5507038"/>
          <p14:tracePt t="29104" x="5876925" y="5507038"/>
          <p14:tracePt t="29111" x="5665788" y="5507038"/>
          <p14:tracePt t="29119" x="5489575" y="5513388"/>
          <p14:tracePt t="29125" x="5289550" y="5529263"/>
          <p14:tracePt t="29133" x="5032375" y="5546725"/>
          <p14:tracePt t="29139" x="4794250" y="5568950"/>
          <p14:tracePt t="29146" x="4525963" y="5586413"/>
          <p14:tracePt t="29153" x="4224338" y="5621338"/>
          <p14:tracePt t="29160" x="3967163" y="5654675"/>
          <p14:tracePt t="29167" x="3648075" y="5707063"/>
          <p14:tracePt t="29175" x="3317875" y="5757863"/>
          <p14:tracePt t="29181" x="2917825" y="5826125"/>
          <p14:tracePt t="29188" x="2581275" y="5894388"/>
          <p14:tracePt t="29195" x="2297113" y="5957888"/>
          <p14:tracePt t="29202" x="1960563" y="6054725"/>
          <p14:tracePt t="29209" x="1652588" y="6162675"/>
          <p14:tracePt t="29216" x="1390650" y="6265863"/>
          <p14:tracePt t="29223" x="1243013" y="6327775"/>
          <p14:tracePt t="29237" x="1089025" y="6396038"/>
          <p14:tracePt t="29243" x="1089025" y="6402388"/>
          <p14:tracePt t="29250" x="1093788" y="6407150"/>
          <p14:tracePt t="29257" x="1122363" y="6424613"/>
          <p14:tracePt t="29264" x="1179513" y="6435725"/>
          <p14:tracePt t="29272" x="1219200" y="6453188"/>
          <p14:tracePt t="29278" x="1265238" y="6453188"/>
          <p14:tracePt t="29285" x="1322388" y="6464300"/>
          <p14:tracePt t="29293" x="1368425" y="6464300"/>
          <p14:tracePt t="29301" x="1373188" y="6464300"/>
          <p14:tracePt t="29312" x="1412875" y="6464300"/>
          <p14:tracePt t="29328" x="1419225" y="6464300"/>
          <p14:tracePt t="29332" x="1425575" y="6464300"/>
          <p14:tracePt t="29336" x="1430338" y="6464300"/>
          <p14:tracePt t="29341" x="1441450" y="6464300"/>
          <p14:tracePt t="29345" x="1447800" y="6464300"/>
          <p14:tracePt t="29352" x="1470025" y="6464300"/>
          <p14:tracePt t="29363" x="1498600" y="6459538"/>
          <p14:tracePt t="29369" x="1504950" y="6459538"/>
          <p14:tracePt t="29375" x="1509713" y="6459538"/>
          <p14:tracePt t="29422" x="1509713" y="6464300"/>
          <p14:tracePt t="29427" x="1509713" y="6470650"/>
          <p14:tracePt t="29431" x="1509713" y="6475413"/>
          <p14:tracePt t="29438" x="1509713" y="6488113"/>
          <p14:tracePt t="29445" x="1504950" y="6499225"/>
          <p14:tracePt t="29452" x="1498600" y="6516688"/>
          <p14:tracePt t="29459" x="1487488" y="6532563"/>
          <p14:tracePt t="29466" x="1470025" y="6561138"/>
          <p14:tracePt t="29473" x="1436688" y="6589713"/>
          <p14:tracePt t="29479" x="1379538" y="6646863"/>
          <p14:tracePt t="29487" x="1300163" y="6715125"/>
          <p14:tracePt t="29498" x="1128713" y="6851650"/>
          <p14:tracePt t="31905" x="1146175" y="6783388"/>
          <p14:tracePt t="31906" x="1179513" y="6761163"/>
          <p14:tracePt t="31906" x="1196975" y="6750050"/>
          <p14:tracePt t="31924" x="1498600" y="6492875"/>
          <p14:tracePt t="31938" x="1692275" y="6230938"/>
          <p14:tracePt t="31952" x="1846263" y="5837238"/>
          <p14:tracePt t="31966" x="1966913" y="5403850"/>
          <p14:tracePt t="31987" x="2125663" y="4737100"/>
          <p14:tracePt t="32001" x="2297113" y="4281488"/>
          <p14:tracePt t="32015" x="2468563" y="3944938"/>
          <p14:tracePt t="32029" x="2633663" y="3659188"/>
          <p14:tracePt t="32049" x="2855913" y="3346450"/>
          <p14:tracePt t="32063" x="2981325" y="3203575"/>
          <p14:tracePt t="32077" x="3117850" y="3073400"/>
          <p14:tracePt t="32091" x="3311525" y="2924175"/>
          <p14:tracePt t="32119" x="3806825" y="2651125"/>
          <p14:tracePt t="32126" x="3921125" y="2600325"/>
          <p14:tracePt t="32140" x="4110038" y="2508250"/>
          <p14:tracePt t="32154" x="4275138" y="2417763"/>
          <p14:tracePt t="32175" x="4508500" y="2263775"/>
          <p14:tracePt t="32176" x="4537075" y="2246313"/>
          <p14:tracePt t="32177" x="4543425" y="2239963"/>
          <p14:tracePt t="32177" x="4554538" y="2235200"/>
          <p14:tracePt t="32188" x="4616450" y="2178050"/>
          <p14:tracePt t="32202" x="4713288" y="2070100"/>
          <p14:tracePt t="32216" x="4810125" y="1949450"/>
          <p14:tracePt t="32237" x="4981575" y="1790700"/>
          <p14:tracePt t="32251" x="5078413" y="1687513"/>
          <p14:tracePt t="32266" x="5157788" y="1590675"/>
          <p14:tracePt t="32278" x="5238750" y="1482725"/>
          <p14:tracePt t="32285" x="5267325" y="1419225"/>
          <p14:tracePt t="32292" x="5300663" y="1362075"/>
          <p14:tracePt t="32299" x="5335588" y="1293813"/>
          <p14:tracePt t="32306" x="5380038" y="1208088"/>
          <p14:tracePt t="32313" x="5432425" y="1122363"/>
          <p14:tracePt t="32320" x="5489575" y="1014413"/>
          <p14:tracePt t="32327" x="5551488" y="917575"/>
          <p14:tracePt t="32334" x="5608638" y="831850"/>
          <p14:tracePt t="32341" x="5665788" y="735013"/>
          <p14:tracePt t="32348" x="5734050" y="627063"/>
          <p14:tracePt t="32362" x="5824538" y="490538"/>
          <p14:tracePt t="32368" x="5865813" y="433388"/>
          <p14:tracePt t="32383" x="5910263" y="365125"/>
          <p14:tracePt t="32389" x="5921375" y="347663"/>
          <p14:tracePt t="32403" x="5934075" y="314325"/>
          <p14:tracePt t="32410" x="5934075" y="301625"/>
          <p14:tracePt t="32424" x="5938838" y="273050"/>
          <p14:tracePt t="32431" x="5938838" y="261938"/>
          <p14:tracePt t="32445" x="5949950" y="215900"/>
          <p14:tracePt t="32452" x="5956300" y="193675"/>
          <p14:tracePt t="32466" x="5973763" y="136525"/>
          <p14:tracePt t="32467" x="5978525" y="125413"/>
          <p14:tracePt t="32467" x="5978525" y="119063"/>
          <p14:tracePt t="32472" x="5991225" y="103188"/>
          <p14:tracePt t="32487" x="6007100" y="46038"/>
          <p14:tracePt t="32488" x="6013450" y="39688"/>
          <p14:tracePt t="32488" x="6013450" y="34925"/>
          <p14:tracePt t="32493" x="6019800" y="1746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F74E2651-B33C-D991-BEA3-DF5E34A3DE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816468"/>
            <a:ext cx="4759244" cy="36254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C154FB1-8115-F8D3-190E-B3CDD2EEE0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401" y="1816468"/>
            <a:ext cx="4759244" cy="362548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Carinha Feliz">
                <a:extLst>
                  <a:ext uri="{FF2B5EF4-FFF2-40B4-BE49-F238E27FC236}">
                    <a16:creationId xmlns:a16="http://schemas.microsoft.com/office/drawing/2014/main" id="{8B66E6B7-AB72-5F67-D265-417124C9E3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596609"/>
                  </p:ext>
                </p:extLst>
              </p:nvPr>
            </p:nvGraphicFramePr>
            <p:xfrm>
              <a:off x="190500" y="196201"/>
              <a:ext cx="1437377" cy="1451823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437377" cy="1451823"/>
                    </a:xfrm>
                    <a:prstGeom prst="rect">
                      <a:avLst/>
                    </a:prstGeom>
                  </am3d:spPr>
                  <am3d:camera>
                    <am3d:pos x="0" y="0" z="811544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35753" d="1000000"/>
                    <am3d:preTrans dx="285" dy="0" dz="997314"/>
                    <am3d:scale>
                      <am3d:sx n="1000000" d="1000000"/>
                      <am3d:sy n="1000000" d="1000000"/>
                      <am3d:sz n="1000000" d="1000000"/>
                    </am3d:scale>
                    <am3d:rot ax="1093852" ay="1245028" az="399363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5208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Carinha Feliz">
                <a:extLst>
                  <a:ext uri="{FF2B5EF4-FFF2-40B4-BE49-F238E27FC236}">
                    <a16:creationId xmlns:a16="http://schemas.microsoft.com/office/drawing/2014/main" id="{8B66E6B7-AB72-5F67-D265-417124C9E3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500" y="196201"/>
                <a:ext cx="1437377" cy="1451823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Áudio 7">
            <a:hlinkClick r:id="" action="ppaction://media"/>
            <a:extLst>
              <a:ext uri="{FF2B5EF4-FFF2-40B4-BE49-F238E27FC236}">
                <a16:creationId xmlns:a16="http://schemas.microsoft.com/office/drawing/2014/main" id="{CD506038-5875-4DDA-B050-602153A384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05"/>
    </mc:Choice>
    <mc:Fallback>
      <p:transition spd="slow" advTm="30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59" x="5546725" y="6846888"/>
          <p14:tracePt t="263" x="5546725" y="6835775"/>
          <p14:tracePt t="269" x="5546725" y="6829425"/>
          <p14:tracePt t="276" x="5546725" y="6811963"/>
          <p14:tracePt t="283" x="5534025" y="6800850"/>
          <p14:tracePt t="290" x="5534025" y="6789738"/>
          <p14:tracePt t="297" x="5534025" y="6778625"/>
          <p14:tracePt t="307" x="5534025" y="6772275"/>
          <p14:tracePt t="329" x="5529263" y="6772275"/>
          <p14:tracePt t="420" x="5529263" y="6778625"/>
          <p14:tracePt t="424" x="5522913" y="6783388"/>
          <p14:tracePt t="425" x="5522913" y="6789738"/>
          <p14:tracePt t="426" x="5522913" y="6794500"/>
          <p14:tracePt t="429" x="5518150" y="6800850"/>
          <p14:tracePt t="436" x="5500688" y="6840538"/>
          <p14:tracePt t="1223" x="4822825" y="6835775"/>
          <p14:tracePt t="1224" x="4816475" y="6835775"/>
          <p14:tracePt t="1225" x="4810125" y="6829425"/>
          <p14:tracePt t="1227" x="4805363" y="6823075"/>
          <p14:tracePt t="1234" x="4781550" y="6794500"/>
          <p14:tracePt t="1241" x="4752975" y="6767513"/>
          <p14:tracePt t="1249" x="4724400" y="6738938"/>
          <p14:tracePt t="1255" x="4713288" y="6710363"/>
          <p14:tracePt t="1269" x="4662488" y="6635750"/>
          <p14:tracePt t="1276" x="4633913" y="6578600"/>
          <p14:tracePt t="1283" x="4600575" y="6503988"/>
          <p14:tracePt t="1290" x="4554538" y="6407150"/>
          <p14:tracePt t="1297" x="4497388" y="6299200"/>
          <p14:tracePt t="1304" x="4429125" y="6167438"/>
          <p14:tracePt t="1311" x="4365625" y="6026150"/>
          <p14:tracePt t="1318" x="4297363" y="5889625"/>
          <p14:tracePt t="1325" x="4246563" y="5775325"/>
          <p14:tracePt t="1331" x="4206875" y="5689600"/>
          <p14:tracePt t="1338" x="4171950" y="5632450"/>
          <p14:tracePt t="1346" x="4138613" y="5575300"/>
          <p14:tracePt t="1352" x="4121150" y="5535613"/>
          <p14:tracePt t="1359" x="4114800" y="5513388"/>
          <p14:tracePt t="1366" x="4114800" y="5500688"/>
          <p14:tracePt t="1373" x="4114800" y="5495925"/>
          <p14:tracePt t="1380" x="4114800" y="5489575"/>
          <p14:tracePt t="1392" x="4121150" y="5489575"/>
          <p14:tracePt t="1394" x="4121150" y="5484813"/>
          <p14:tracePt t="1401" x="4149725" y="5472113"/>
          <p14:tracePt t="1408" x="4183063" y="5467350"/>
          <p14:tracePt t="1415" x="4224338" y="5461000"/>
          <p14:tracePt t="1422" x="4279900" y="5456238"/>
          <p14:tracePt t="1429" x="4349750" y="5443538"/>
          <p14:tracePt t="1436" x="4440238" y="5432425"/>
          <p14:tracePt t="1443" x="4530725" y="5427663"/>
          <p14:tracePt t="1449" x="4627563" y="5427663"/>
          <p14:tracePt t="1457" x="4708525" y="5432425"/>
          <p14:tracePt t="1463" x="4787900" y="5456238"/>
          <p14:tracePt t="1470" x="4862513" y="5495925"/>
          <p14:tracePt t="1477" x="4930775" y="5540375"/>
          <p14:tracePt t="1484" x="4992688" y="5597525"/>
          <p14:tracePt t="1491" x="5056188" y="5694363"/>
          <p14:tracePt t="1498" x="5095875" y="5768975"/>
          <p14:tracePt t="1505" x="5129213" y="5848350"/>
          <p14:tracePt t="1512" x="5146675" y="5929313"/>
          <p14:tracePt t="1519" x="5164138" y="5986463"/>
          <p14:tracePt t="1526" x="5170488" y="6042025"/>
          <p14:tracePt t="1534" x="5175250" y="6083300"/>
          <p14:tracePt t="1540" x="5181600" y="6122988"/>
          <p14:tracePt t="1547" x="5181600" y="6151563"/>
          <p14:tracePt t="1554" x="5175250" y="6180138"/>
          <p14:tracePt t="1561" x="5164138" y="6213475"/>
          <p14:tracePt t="1568" x="5153025" y="6242050"/>
          <p14:tracePt t="1574" x="5146675" y="6265863"/>
          <p14:tracePt t="1581" x="5135563" y="6292850"/>
          <p14:tracePt t="1588" x="5124450" y="6316663"/>
          <p14:tracePt t="1596" x="5113338" y="6334125"/>
          <p14:tracePt t="1602" x="5106988" y="6345238"/>
          <p14:tracePt t="1609" x="5100638" y="6356350"/>
          <p14:tracePt t="1616" x="5095875" y="6356350"/>
          <p14:tracePt t="1623" x="5089525" y="6362700"/>
          <p14:tracePt t="1630" x="5084763" y="6367463"/>
          <p14:tracePt t="1637" x="5078413" y="6367463"/>
          <p14:tracePt t="1644" x="5067300" y="6367463"/>
          <p14:tracePt t="1651" x="5056188" y="6367463"/>
          <p14:tracePt t="1658" x="5045075" y="6367463"/>
          <p14:tracePt t="1665" x="5032375" y="6367463"/>
          <p14:tracePt t="1672" x="5010150" y="6367463"/>
          <p14:tracePt t="1679" x="4987925" y="6362700"/>
          <p14:tracePt t="1685" x="4959350" y="6350000"/>
          <p14:tracePt t="1692" x="4930775" y="6327775"/>
          <p14:tracePt t="1699" x="4895850" y="6305550"/>
          <p14:tracePt t="1706" x="4856163" y="6276975"/>
          <p14:tracePt t="1713" x="4822825" y="6230938"/>
          <p14:tracePt t="1720" x="4787900" y="6196013"/>
          <p14:tracePt t="1727" x="4752975" y="6145213"/>
          <p14:tracePt t="1734" x="4719638" y="6099175"/>
          <p14:tracePt t="1741" x="4679950" y="6026150"/>
          <p14:tracePt t="1748" x="4640263" y="5945188"/>
          <p14:tracePt t="1755" x="4594225" y="5865813"/>
          <p14:tracePt t="1762" x="4530725" y="5775325"/>
          <p14:tracePt t="1769" x="4462463" y="5683250"/>
          <p14:tracePt t="1776" x="4394200" y="5592763"/>
          <p14:tracePt t="1783" x="4325938" y="5518150"/>
          <p14:tracePt t="1790" x="4229100" y="5421313"/>
          <p14:tracePt t="1796" x="4167188" y="5353050"/>
          <p14:tracePt t="1804" x="4086225" y="5273675"/>
          <p14:tracePt t="1811" x="4024313" y="5199063"/>
          <p14:tracePt t="1818" x="3956050" y="5119688"/>
          <p14:tracePt t="1824" x="3903663" y="5045075"/>
          <p14:tracePt t="1832" x="3848100" y="4970463"/>
          <p14:tracePt t="1838" x="3806825" y="4908550"/>
          <p14:tracePt t="1845" x="3756025" y="4829175"/>
          <p14:tracePt t="1852" x="3722688" y="4772025"/>
          <p14:tracePt t="1859" x="3687763" y="4703763"/>
          <p14:tracePt t="1866" x="3652838" y="4635500"/>
          <p14:tracePt t="1873" x="3619500" y="4560888"/>
          <p14:tracePt t="1880" x="3590925" y="4475163"/>
          <p14:tracePt t="1887" x="3573463" y="4418013"/>
          <p14:tracePt t="1894" x="3544888" y="4321175"/>
          <p14:tracePt t="1901" x="3522663" y="4252913"/>
          <p14:tracePt t="1908" x="3494088" y="4167188"/>
          <p14:tracePt t="1915" x="3471863" y="4105275"/>
          <p14:tracePt t="1922" x="3448050" y="4048125"/>
          <p14:tracePt t="1929" x="3425825" y="3995738"/>
          <p14:tracePt t="1936" x="3397250" y="3938588"/>
          <p14:tracePt t="1943" x="3362325" y="3887788"/>
          <p14:tracePt t="1957" x="3282950" y="3773488"/>
          <p14:tracePt t="1964" x="3236913" y="3716338"/>
          <p14:tracePt t="1970" x="3186113" y="3665538"/>
          <p14:tracePt t="1977" x="3135313" y="3625850"/>
          <p14:tracePt t="1984" x="3078163" y="3586163"/>
          <p14:tracePt t="1992" x="3014663" y="3551238"/>
          <p14:tracePt t="1998" x="2946400" y="3517900"/>
          <p14:tracePt t="2012" x="2838450" y="3465513"/>
          <p14:tracePt t="2013" x="2816225" y="3460750"/>
          <p14:tracePt t="2019" x="2787650" y="3443288"/>
          <p14:tracePt t="2026" x="2752725" y="3421063"/>
          <p14:tracePt t="2034" x="2724150" y="3392488"/>
          <p14:tracePt t="2035" x="2713038" y="3386138"/>
          <p14:tracePt t="2035" x="2701925" y="3379788"/>
          <p14:tracePt t="2036" x="2701925" y="3375025"/>
          <p14:tracePt t="2040" x="2684463" y="3363913"/>
          <p14:tracePt t="2047" x="2655888" y="3340100"/>
          <p14:tracePt t="2061" x="2587625" y="3282950"/>
          <p14:tracePt t="2068" x="2554288" y="3260725"/>
          <p14:tracePt t="2082" x="2484438" y="3209925"/>
          <p14:tracePt t="2088" x="2455863" y="3192463"/>
          <p14:tracePt t="2096" x="2428875" y="3175000"/>
          <p14:tracePt t="2102" x="2400300" y="3163888"/>
          <p14:tracePt t="2109" x="2382838" y="3152775"/>
          <p14:tracePt t="2116" x="2365375" y="3141663"/>
          <p14:tracePt t="2123" x="2347913" y="3135313"/>
          <p14:tracePt t="2130" x="2330450" y="3135313"/>
          <p14:tracePt t="2137" x="2319338" y="3135313"/>
          <p14:tracePt t="2144" x="2314575" y="3135313"/>
          <p14:tracePt t="2152" x="2308225" y="3135313"/>
          <p14:tracePt t="2158" x="2303463" y="3135313"/>
          <p14:tracePt t="2165" x="2297113" y="3135313"/>
          <p14:tracePt t="2172" x="2286000" y="3135313"/>
          <p14:tracePt t="2179" x="2268538" y="3135313"/>
          <p14:tracePt t="2186" x="2246313" y="3141663"/>
          <p14:tracePt t="2193" x="2222500" y="3152775"/>
          <p14:tracePt t="2200" x="2200275" y="3170238"/>
          <p14:tracePt t="2214" x="2171700" y="3198813"/>
          <p14:tracePt t="2220" x="2171700" y="3214688"/>
          <p14:tracePt t="2227" x="2171700" y="3227388"/>
          <p14:tracePt t="2234" x="2171700" y="3238500"/>
          <p14:tracePt t="2242" x="2171700" y="3243263"/>
          <p14:tracePt t="2248" x="2178050" y="3249613"/>
          <p14:tracePt t="2259" x="2193925" y="3267075"/>
          <p14:tracePt t="2264" x="2200275" y="3267075"/>
          <p14:tracePt t="2269" x="2211388" y="3278188"/>
          <p14:tracePt t="2276" x="2228850" y="3282950"/>
          <p14:tracePt t="2283" x="2246313" y="3295650"/>
          <p14:tracePt t="2290" x="2262188" y="3300413"/>
          <p14:tracePt t="2297" x="2279650" y="3306763"/>
          <p14:tracePt t="2304" x="2290763" y="3311525"/>
          <p14:tracePt t="2311" x="2308225" y="3311525"/>
          <p14:tracePt t="2318" x="2325688" y="3311525"/>
          <p14:tracePt t="2324" x="2347913" y="3311525"/>
          <p14:tracePt t="2331" x="2371725" y="3317875"/>
          <p14:tracePt t="2338" x="2400300" y="3317875"/>
          <p14:tracePt t="2345" x="2422525" y="3324225"/>
          <p14:tracePt t="2352" x="2451100" y="3324225"/>
          <p14:tracePt t="2359" x="2468563" y="3324225"/>
          <p14:tracePt t="2366" x="2484438" y="3324225"/>
          <p14:tracePt t="2373" x="2490788" y="3324225"/>
          <p14:tracePt t="2383" x="2490788" y="3317875"/>
          <p14:tracePt t="2392" x="2497138" y="3317875"/>
          <p14:tracePt t="2526" x="2497138" y="3311525"/>
          <p14:tracePt t="2529" x="2497138" y="3306763"/>
          <p14:tracePt t="2534" x="2497138" y="3295650"/>
          <p14:tracePt t="2540" x="2497138" y="3282950"/>
          <p14:tracePt t="2547" x="2497138" y="3260725"/>
          <p14:tracePt t="2554" x="2497138" y="3232150"/>
          <p14:tracePt t="2561" x="2501900" y="3209925"/>
          <p14:tracePt t="2575" x="2508250" y="3152775"/>
          <p14:tracePt t="2581" x="2508250" y="3128963"/>
          <p14:tracePt t="2589" x="2508250" y="3101975"/>
          <p14:tracePt t="2603" x="2519363" y="3044825"/>
          <p14:tracePt t="2609" x="2525713" y="3016250"/>
          <p14:tracePt t="2616" x="2530475" y="2981325"/>
          <p14:tracePt t="2623" x="2541588" y="2935288"/>
          <p14:tracePt t="2630" x="2559050" y="2895600"/>
          <p14:tracePt t="2637" x="2576513" y="2838450"/>
          <p14:tracePt t="2652" x="2622550" y="2730500"/>
          <p14:tracePt t="2660" x="2644775" y="2679700"/>
          <p14:tracePt t="2669" x="2679700" y="2622550"/>
          <p14:tracePt t="2679" x="2706688" y="2582863"/>
          <p14:tracePt t="2681" x="2719388" y="2571750"/>
          <p14:tracePt t="2682" x="2724150" y="2565400"/>
          <p14:tracePt t="2683" x="2724150" y="2559050"/>
          <p14:tracePt t="2687" x="2735263" y="2547938"/>
          <p14:tracePt t="2693" x="2741613" y="2543175"/>
          <p14:tracePt t="2698" x="2759075" y="2525713"/>
          <p14:tracePt t="2704" x="2763838" y="2519363"/>
          <p14:tracePt t="2711" x="2781300" y="2514600"/>
          <p14:tracePt t="2721" x="2787650" y="2508250"/>
          <p14:tracePt t="2729" x="2792413" y="2508250"/>
          <p14:tracePt t="2734" x="2792413" y="2501900"/>
          <p14:tracePt t="2885" x="2792413" y="2508250"/>
          <p14:tracePt t="2886" x="2798763" y="2508250"/>
          <p14:tracePt t="2894" x="2809875" y="2519363"/>
          <p14:tracePt t="2901" x="2816225" y="2530475"/>
          <p14:tracePt t="2908" x="2827338" y="2543175"/>
          <p14:tracePt t="2915" x="2827338" y="2554288"/>
          <p14:tracePt t="2922" x="2832100" y="2554288"/>
          <p14:tracePt t="2929" x="2832100" y="2565400"/>
          <p14:tracePt t="2936" x="2838450" y="2582863"/>
          <p14:tracePt t="2942" x="2849563" y="2600325"/>
          <p14:tracePt t="2949" x="2860675" y="2622550"/>
          <p14:tracePt t="2957" x="2878138" y="2644775"/>
          <p14:tracePt t="2963" x="2889250" y="2668588"/>
          <p14:tracePt t="2970" x="2901950" y="2697163"/>
          <p14:tracePt t="2977" x="2917825" y="2730500"/>
          <p14:tracePt t="2984" x="2928938" y="2765425"/>
          <p14:tracePt t="2991" x="2946400" y="2798763"/>
          <p14:tracePt t="2998" x="2957513" y="2851150"/>
          <p14:tracePt t="3005" x="2974975" y="2901950"/>
          <p14:tracePt t="3012" x="2992438" y="2947988"/>
          <p14:tracePt t="3019" x="3014663" y="3016250"/>
          <p14:tracePt t="3026" x="3043238" y="3073400"/>
          <p14:tracePt t="3040" x="3078163" y="3181350"/>
          <p14:tracePt t="3047" x="3089275" y="3227388"/>
          <p14:tracePt t="3054" x="3100388" y="3289300"/>
          <p14:tracePt t="3060" x="3111500" y="3346450"/>
          <p14:tracePt t="3068" x="3111500" y="3397250"/>
          <p14:tracePt t="3074" x="3106738" y="3449638"/>
          <p14:tracePt t="3082" x="3089275" y="3505200"/>
          <p14:tracePt t="3088" x="3067050" y="3551238"/>
          <p14:tracePt t="3095" x="3038475" y="3603625"/>
          <p14:tracePt t="3102" x="2998788" y="3654425"/>
          <p14:tracePt t="3109" x="2952750" y="3711575"/>
          <p14:tracePt t="3116" x="2906713" y="3762375"/>
          <p14:tracePt t="3123" x="2867025" y="3808413"/>
          <p14:tracePt t="3130" x="2816225" y="3854450"/>
          <p14:tracePt t="3137" x="2759075" y="3898900"/>
          <p14:tracePt t="3144" x="2706688" y="3933825"/>
          <p14:tracePt t="3151" x="2667000" y="3956050"/>
          <p14:tracePt t="3158" x="2627313" y="3973513"/>
          <p14:tracePt t="3165" x="2587625" y="3990975"/>
          <p14:tracePt t="3172" x="2559050" y="4006850"/>
          <p14:tracePt t="3179" x="2525713" y="4019550"/>
          <p14:tracePt t="3186" x="2513013" y="4030663"/>
          <p14:tracePt t="3193" x="2497138" y="4030663"/>
          <p14:tracePt t="3199" x="2484438" y="4030663"/>
          <p14:tracePt t="3207" x="2473325" y="4030663"/>
          <p14:tracePt t="3213" x="2468563" y="4030663"/>
          <p14:tracePt t="3221" x="2451100" y="4035425"/>
          <p14:tracePt t="3227" x="2439988" y="4035425"/>
          <p14:tracePt t="3234" x="2428875" y="4035425"/>
          <p14:tracePt t="3242" x="2416175" y="4035425"/>
          <p14:tracePt t="3248" x="2405063" y="4035425"/>
          <p14:tracePt t="3257" x="2400300" y="4035425"/>
          <p14:tracePt t="3262" x="2393950" y="4035425"/>
          <p14:tracePt t="3276" x="2365375" y="4035425"/>
          <p14:tracePt t="3283" x="2354263" y="4035425"/>
          <p14:tracePt t="3290" x="2347913" y="4035425"/>
          <p14:tracePt t="3298" x="2343150" y="4035425"/>
          <p14:tracePt t="3317" x="2343150" y="4030663"/>
          <p14:tracePt t="3323" x="2343150" y="4024313"/>
          <p14:tracePt t="3326" x="2343150" y="4019550"/>
          <p14:tracePt t="3332" x="2343150" y="4013200"/>
          <p14:tracePt t="3339" x="2343150" y="4002088"/>
          <p14:tracePt t="3346" x="2343150" y="3984625"/>
          <p14:tracePt t="3352" x="2343150" y="3973513"/>
          <p14:tracePt t="3359" x="2343150" y="3962400"/>
          <p14:tracePt t="3366" x="2343150" y="3944938"/>
          <p14:tracePt t="3373" x="2343150" y="3938588"/>
          <p14:tracePt t="3380" x="2343150" y="3933825"/>
          <p14:tracePt t="3387" x="2343150" y="3927475"/>
          <p14:tracePt t="3405" x="2343150" y="3922713"/>
          <p14:tracePt t="3425" x="2343150" y="3916363"/>
          <p14:tracePt t="3430" x="2347913" y="3910013"/>
          <p14:tracePt t="3438" x="2347913" y="3905250"/>
          <p14:tracePt t="3441" x="2354263" y="3898900"/>
          <p14:tracePt t="3444" x="2354263" y="3894138"/>
          <p14:tracePt t="3451" x="2354263" y="3887788"/>
          <p14:tracePt t="3458" x="2359025" y="3881438"/>
          <p14:tracePt t="3464" x="2359025" y="3876675"/>
          <p14:tracePt t="3471" x="2365375" y="3876675"/>
          <p14:tracePt t="3477" x="2365375" y="3870325"/>
          <p14:tracePt t="3486" x="2371725" y="3870325"/>
          <p14:tracePt t="3495" x="2371725" y="3865563"/>
          <p14:tracePt t="3499" x="2376488" y="3865563"/>
          <p14:tracePt t="3512" x="2393950" y="3859213"/>
          <p14:tracePt t="3520" x="2393950" y="3854450"/>
          <p14:tracePt t="3526" x="2400300" y="3854450"/>
          <p14:tracePt t="3852" x="2393950" y="3854450"/>
          <p14:tracePt t="3854" x="2393950" y="3848100"/>
          <p14:tracePt t="3860" x="2376488" y="3848100"/>
          <p14:tracePt t="3866" x="2343150" y="3836988"/>
          <p14:tracePt t="3874" x="2308225" y="3830638"/>
          <p14:tracePt t="3885" x="2239963" y="3813175"/>
          <p14:tracePt t="3893" x="2165350" y="3802063"/>
          <p14:tracePt t="3901" x="2108200" y="3784600"/>
          <p14:tracePt t="3903" x="2068513" y="3779838"/>
          <p14:tracePt t="3904" x="2063750" y="3773488"/>
          <p14:tracePt t="3905" x="2052638" y="3773488"/>
          <p14:tracePt t="3905" x="2046288" y="3768725"/>
          <p14:tracePt t="3909" x="2011363" y="3756025"/>
          <p14:tracePt t="3910" x="2000250" y="3751263"/>
          <p14:tracePt t="3911" x="1989138" y="3744913"/>
          <p14:tracePt t="3912" x="1982788" y="3740150"/>
          <p14:tracePt t="3913" x="1971675" y="3740150"/>
          <p14:tracePt t="3914" x="1960563" y="3740150"/>
          <p14:tracePt t="3918" x="1920875" y="3716338"/>
          <p14:tracePt t="3923" x="1892300" y="3705225"/>
          <p14:tracePt t="3932" x="1835150" y="3676650"/>
          <p14:tracePt t="3942" x="1789113" y="3648075"/>
          <p14:tracePt t="3950" x="1773238" y="3630613"/>
          <p14:tracePt t="3957" x="1760538" y="3619500"/>
          <p14:tracePt t="3963" x="1760538" y="3603625"/>
          <p14:tracePt t="3970" x="1755775" y="3586163"/>
          <p14:tracePt t="3977" x="1749425" y="3562350"/>
          <p14:tracePt t="3985" x="1749425" y="3540125"/>
          <p14:tracePt t="3998" x="1749425" y="3494088"/>
          <p14:tracePt t="4005" x="1744663" y="3478213"/>
          <p14:tracePt t="4012" x="1738313" y="3465513"/>
          <p14:tracePt t="4019" x="1738313" y="3460750"/>
          <p14:tracePt t="4026" x="1733550" y="3454400"/>
          <p14:tracePt t="4033" x="1733550" y="3449638"/>
          <p14:tracePt t="4076" x="1733550" y="3443288"/>
          <p14:tracePt t="4085" x="1733550" y="3436938"/>
          <p14:tracePt t="4090" x="1727200" y="3436938"/>
          <p14:tracePt t="4092" x="1727200" y="3432175"/>
          <p14:tracePt t="4102" x="1720850" y="3421063"/>
          <p14:tracePt t="4109" x="1709738" y="3408363"/>
          <p14:tracePt t="4116" x="1704975" y="3403600"/>
          <p14:tracePt t="4130" x="1698625" y="3397250"/>
          <p14:tracePt t="4137" x="1698625" y="3392488"/>
          <p14:tracePt t="4144" x="1692275" y="3392488"/>
          <p14:tracePt t="4151" x="1687513" y="3392488"/>
          <p14:tracePt t="4167" x="1681163" y="3392488"/>
          <p14:tracePt t="4169" x="1681163" y="3386138"/>
          <p14:tracePt t="4176" x="1676400" y="3386138"/>
          <p14:tracePt t="4181" x="1670050" y="3386138"/>
          <p14:tracePt t="4193" x="1652588" y="3379788"/>
          <p14:tracePt t="4207" x="1608138" y="3379788"/>
          <p14:tracePt t="4213" x="1579563" y="3379788"/>
          <p14:tracePt t="4221" x="1550988" y="3379788"/>
          <p14:tracePt t="4227" x="1516063" y="3379788"/>
          <p14:tracePt t="4234" x="1476375" y="3392488"/>
          <p14:tracePt t="4241" x="1430338" y="3403600"/>
          <p14:tracePt t="4248" x="1373188" y="3425825"/>
          <p14:tracePt t="4257" x="1293813" y="3449638"/>
          <p14:tracePt t="4285" x="1071563" y="3505200"/>
          <p14:tracePt t="4290" x="1042988" y="3505200"/>
          <p14:tracePt t="4297" x="1025525" y="3511550"/>
          <p14:tracePt t="4304" x="1014413" y="3517900"/>
          <p14:tracePt t="4310" x="1003300" y="3517900"/>
          <p14:tracePt t="4318" x="992188" y="3522663"/>
          <p14:tracePt t="4324" x="985838" y="3522663"/>
          <p14:tracePt t="4331" x="981075" y="3522663"/>
          <p14:tracePt t="4338" x="974725" y="3529013"/>
          <p14:tracePt t="4345" x="963613" y="3529013"/>
          <p14:tracePt t="4353" x="952500" y="3533775"/>
          <p14:tracePt t="4359" x="939800" y="3540125"/>
          <p14:tracePt t="4366" x="928688" y="3540125"/>
          <p14:tracePt t="4373" x="911225" y="3540125"/>
          <p14:tracePt t="4380" x="900113" y="3540125"/>
          <p14:tracePt t="4387" x="884238" y="3533775"/>
          <p14:tracePt t="4394" x="866775" y="3529013"/>
          <p14:tracePt t="4401" x="860425" y="3522663"/>
          <p14:tracePt t="4444" x="860425" y="3517900"/>
          <p14:tracePt t="4454" x="860425" y="3511550"/>
          <p14:tracePt t="4459" x="860425" y="3505200"/>
          <p14:tracePt t="4476" x="860425" y="3500438"/>
          <p14:tracePt t="4481" x="860425" y="3494088"/>
          <p14:tracePt t="4487" x="860425" y="3489325"/>
          <p14:tracePt t="4499" x="860425" y="3478213"/>
          <p14:tracePt t="4513" x="860425" y="3471863"/>
          <p14:tracePt t="4519" x="866775" y="3471863"/>
          <p14:tracePt t="4526" x="866775" y="3465513"/>
          <p14:tracePt t="4536" x="866775" y="3460750"/>
          <p14:tracePt t="4555" x="866775" y="3454400"/>
          <p14:tracePt t="4556" x="871538" y="3454400"/>
          <p14:tracePt t="4561" x="871538" y="3449638"/>
          <p14:tracePt t="4568" x="871538" y="3443288"/>
          <p14:tracePt t="4575" x="877888" y="3436938"/>
          <p14:tracePt t="4582" x="884238" y="3432175"/>
          <p14:tracePt t="4588" x="884238" y="3421063"/>
          <p14:tracePt t="4596" x="889000" y="3408363"/>
          <p14:tracePt t="4610" x="900113" y="3392488"/>
          <p14:tracePt t="4616" x="911225" y="3379788"/>
          <p14:tracePt t="4630" x="923925" y="3352800"/>
          <p14:tracePt t="4644" x="935038" y="3335338"/>
          <p14:tracePt t="4651" x="946150" y="3324225"/>
          <p14:tracePt t="4665" x="952500" y="3306763"/>
          <p14:tracePt t="4666" x="952500" y="3300413"/>
          <p14:tracePt t="4672" x="952500" y="3295650"/>
          <p14:tracePt t="4679" x="957263" y="3295650"/>
          <p14:tracePt t="4686" x="957263" y="3289300"/>
          <p14:tracePt t="4700" x="968375" y="3271838"/>
          <p14:tracePt t="4706" x="974725" y="3267075"/>
          <p14:tracePt t="4714" x="981075" y="3254375"/>
          <p14:tracePt t="4728" x="996950" y="3232150"/>
          <p14:tracePt t="4729" x="996950" y="3227388"/>
          <p14:tracePt t="4734" x="1003300" y="3221038"/>
          <p14:tracePt t="4741" x="1020763" y="3203575"/>
          <p14:tracePt t="4748" x="1031875" y="3186113"/>
          <p14:tracePt t="4755" x="1049338" y="3170238"/>
          <p14:tracePt t="4762" x="1071563" y="3157538"/>
          <p14:tracePt t="4769" x="1089025" y="3146425"/>
          <p14:tracePt t="4776" x="1106488" y="3135313"/>
          <p14:tracePt t="4783" x="1128713" y="3124200"/>
          <p14:tracePt t="4790" x="1139825" y="3117850"/>
          <p14:tracePt t="4797" x="1157288" y="3106738"/>
          <p14:tracePt t="4811" x="1174750" y="3101975"/>
          <p14:tracePt t="4825" x="1179513" y="3101975"/>
          <p14:tracePt t="5148" x="1179513" y="3095625"/>
          <p14:tracePt t="5153" x="1179513" y="3089275"/>
          <p14:tracePt t="5161" x="1179513" y="3084513"/>
          <p14:tracePt t="5164" x="1179513" y="3078163"/>
          <p14:tracePt t="5173" x="1179513" y="3073400"/>
          <p14:tracePt t="6344" x="1179513" y="3078163"/>
          <p14:tracePt t="6350" x="1179513" y="3084513"/>
          <p14:tracePt t="6355" x="1179513" y="3089275"/>
          <p14:tracePt t="6367" x="1174750" y="3113088"/>
          <p14:tracePt t="6367" x="1168400" y="3117850"/>
          <p14:tracePt t="6373" x="1168400" y="3128963"/>
          <p14:tracePt t="6380" x="1162050" y="3146425"/>
          <p14:tracePt t="6387" x="1162050" y="3163888"/>
          <p14:tracePt t="6394" x="1157288" y="3170238"/>
          <p14:tracePt t="6401" x="1157288" y="3181350"/>
          <p14:tracePt t="6415" x="1150938" y="3192463"/>
          <p14:tracePt t="6429" x="1150938" y="3203575"/>
          <p14:tracePt t="6580" x="1150938" y="3209925"/>
          <p14:tracePt t="6587" x="1150938" y="3214688"/>
          <p14:tracePt t="6590" x="1150938" y="3221038"/>
          <p14:tracePt t="6595" x="1157288" y="3232150"/>
          <p14:tracePt t="6610" x="1179513" y="3260725"/>
          <p14:tracePt t="6623" x="1203325" y="3289300"/>
          <p14:tracePt t="6630" x="1208088" y="3300413"/>
          <p14:tracePt t="6637" x="1219200" y="3311525"/>
          <p14:tracePt t="6651" x="1231900" y="3324225"/>
          <p14:tracePt t="6658" x="1236663" y="3324225"/>
          <p14:tracePt t="6752" x="1236663" y="3328988"/>
          <p14:tracePt t="6759" x="1243013" y="3328988"/>
          <p14:tracePt t="6761" x="1247775" y="3335338"/>
          <p14:tracePt t="6769" x="1254125" y="3340100"/>
          <p14:tracePt t="6777" x="1265238" y="3346450"/>
          <p14:tracePt t="6790" x="1282700" y="3352800"/>
          <p14:tracePt t="6804" x="1304925" y="3352800"/>
          <p14:tracePt t="6818" x="1344613" y="3352800"/>
          <p14:tracePt t="6832" x="1401763" y="3352800"/>
          <p14:tracePt t="6838" x="1436688" y="3352800"/>
          <p14:tracePt t="6846" x="1482725" y="3352800"/>
          <p14:tracePt t="6852" x="1522413" y="3352800"/>
          <p14:tracePt t="6860" x="1566863" y="3352800"/>
          <p14:tracePt t="6866" x="1601788" y="3352800"/>
          <p14:tracePt t="6873" x="1635125" y="3352800"/>
          <p14:tracePt t="6880" x="1658938" y="3357563"/>
          <p14:tracePt t="6887" x="1676400" y="3357563"/>
          <p14:tracePt t="6894" x="1681163" y="3368675"/>
          <p14:tracePt t="6901" x="1687513" y="3368675"/>
          <p14:tracePt t="6948" x="1687513" y="3375025"/>
          <p14:tracePt t="6960" x="1687513" y="3379788"/>
          <p14:tracePt t="6961" x="1692275" y="3379788"/>
          <p14:tracePt t="6971" x="1698625" y="3403600"/>
          <p14:tracePt t="6977" x="1704975" y="3425825"/>
          <p14:tracePt t="6984" x="1720850" y="3449638"/>
          <p14:tracePt t="6992" x="1749425" y="3489325"/>
          <p14:tracePt t="7006" x="1830388" y="3597275"/>
          <p14:tracePt t="7007" x="1846263" y="3619500"/>
          <p14:tracePt t="7008" x="1857375" y="3630613"/>
          <p14:tracePt t="7008" x="1863725" y="3636963"/>
          <p14:tracePt t="7012" x="1892300" y="3665538"/>
          <p14:tracePt t="7019" x="1966913" y="3733800"/>
          <p14:tracePt t="7027" x="2039938" y="3784600"/>
          <p14:tracePt t="7040" x="2143125" y="3876675"/>
          <p14:tracePt t="7047" x="2189163" y="3910013"/>
          <p14:tracePt t="7054" x="2222500" y="3927475"/>
          <p14:tracePt t="7061" x="2246313" y="3944938"/>
          <p14:tracePt t="7067" x="2262188" y="3962400"/>
          <p14:tracePt t="7075" x="2279650" y="3967163"/>
          <p14:tracePt t="7082" x="2286000" y="3973513"/>
          <p14:tracePt t="7094" x="2290763" y="3979863"/>
          <p14:tracePt t="7119" x="2290763" y="3984625"/>
          <p14:tracePt t="7121" x="2297113" y="3984625"/>
          <p14:tracePt t="7123" x="2303463" y="3984625"/>
          <p14:tracePt t="7130" x="2314575" y="3990975"/>
          <p14:tracePt t="7137" x="2330450" y="3995738"/>
          <p14:tracePt t="7144" x="2354263" y="4002088"/>
          <p14:tracePt t="7151" x="2376488" y="4006850"/>
          <p14:tracePt t="7165" x="2439988" y="4019550"/>
          <p14:tracePt t="7172" x="2468563" y="4019550"/>
          <p14:tracePt t="7179" x="2508250" y="4019550"/>
          <p14:tracePt t="7186" x="2547938" y="4019550"/>
          <p14:tracePt t="7192" x="2576513" y="4019550"/>
          <p14:tracePt t="7200" x="2616200" y="4019550"/>
          <p14:tracePt t="7206" x="2638425" y="4019550"/>
          <p14:tracePt t="7214" x="2655888" y="4006850"/>
          <p14:tracePt t="7220" x="2667000" y="4006850"/>
          <p14:tracePt t="7234" x="2679700" y="3990975"/>
          <p14:tracePt t="7241" x="2684463" y="3984625"/>
          <p14:tracePt t="7248" x="2690813" y="3979863"/>
          <p14:tracePt t="7262" x="2695575" y="3956050"/>
          <p14:tracePt t="7269" x="2706688" y="3944938"/>
          <p14:tracePt t="7276" x="2719388" y="3927475"/>
          <p14:tracePt t="7283" x="2735263" y="3910013"/>
          <p14:tracePt t="7290" x="2759075" y="3887788"/>
          <p14:tracePt t="7297" x="2776538" y="3876675"/>
          <p14:tracePt t="7304" x="2820988" y="3854450"/>
          <p14:tracePt t="7312" x="2873375" y="3836988"/>
          <p14:tracePt t="7313" x="2889250" y="3830638"/>
          <p14:tracePt t="7314" x="2906713" y="3819525"/>
          <p14:tracePt t="7318" x="2924175" y="3819525"/>
          <p14:tracePt t="7325" x="2963863" y="3802063"/>
          <p14:tracePt t="7332" x="3009900" y="3784600"/>
          <p14:tracePt t="7338" x="3038475" y="3768725"/>
          <p14:tracePt t="7347" x="3049588" y="3756025"/>
          <p14:tracePt t="7347" x="3060700" y="3751263"/>
          <p14:tracePt t="7352" x="3067050" y="3751263"/>
          <p14:tracePt t="7360" x="3071813" y="3740150"/>
          <p14:tracePt t="7366" x="3082925" y="3733800"/>
          <p14:tracePt t="7373" x="3095625" y="3722688"/>
          <p14:tracePt t="7380" x="3106738" y="3711575"/>
          <p14:tracePt t="7387" x="3128963" y="3705225"/>
          <p14:tracePt t="7394" x="3152775" y="3687763"/>
          <p14:tracePt t="7401" x="3179763" y="3676650"/>
          <p14:tracePt t="7408" x="3214688" y="3659188"/>
          <p14:tracePt t="7415" x="3243263" y="3643313"/>
          <p14:tracePt t="7422" x="3282950" y="3619500"/>
          <p14:tracePt t="7429" x="3322638" y="3597275"/>
          <p14:tracePt t="7436" x="3375025" y="3575050"/>
          <p14:tracePt t="7443" x="3425825" y="3551238"/>
          <p14:tracePt t="7450" x="3482975" y="3522663"/>
          <p14:tracePt t="7457" x="3544888" y="3494088"/>
          <p14:tracePt t="7464" x="3597275" y="3471863"/>
          <p14:tracePt t="7470" x="3648075" y="3454400"/>
          <p14:tracePt t="7477" x="3694113" y="3443288"/>
          <p14:tracePt t="7485" x="3744913" y="3436938"/>
          <p14:tracePt t="7495" x="3795713" y="3432175"/>
          <p14:tracePt t="7505" x="3835400" y="3421063"/>
          <p14:tracePt t="7513" x="3876675" y="3414713"/>
          <p14:tracePt t="7522" x="3916363" y="3408363"/>
          <p14:tracePt t="7529" x="3944938" y="3403600"/>
          <p14:tracePt t="7536" x="3960813" y="3403600"/>
          <p14:tracePt t="7542" x="3973513" y="3397250"/>
          <p14:tracePt t="7553" x="3984625" y="3392488"/>
          <p14:tracePt t="7630" x="3978275" y="3392488"/>
          <p14:tracePt t="7633" x="3973513" y="3392488"/>
          <p14:tracePt t="7637" x="3973513" y="3397250"/>
          <p14:tracePt t="7644" x="3956050" y="3403600"/>
          <p14:tracePt t="7651" x="3932238" y="3408363"/>
          <p14:tracePt t="7658" x="3910013" y="3421063"/>
          <p14:tracePt t="7665" x="3887788" y="3432175"/>
          <p14:tracePt t="7672" x="3841750" y="3449638"/>
          <p14:tracePt t="7679" x="3790950" y="3465513"/>
          <p14:tracePt t="7686" x="3733800" y="3482975"/>
          <p14:tracePt t="7693" x="3652838" y="3505200"/>
          <p14:tracePt t="7700" x="3540125" y="3533775"/>
          <p14:tracePt t="7706" x="3443288" y="3557588"/>
          <p14:tracePt t="7714" x="3311525" y="3579813"/>
          <p14:tracePt t="7720" x="3186113" y="3603625"/>
          <p14:tracePt t="7728" x="3043238" y="3630613"/>
          <p14:tracePt t="7729" x="3003550" y="3636963"/>
          <p14:tracePt t="7729" x="2986088" y="3643313"/>
          <p14:tracePt t="7734" x="2913063" y="3648075"/>
          <p14:tracePt t="7741" x="2770188" y="3659188"/>
          <p14:tracePt t="7748" x="2644775" y="3659188"/>
          <p14:tracePt t="7756" x="2525713" y="3665538"/>
          <p14:tracePt t="7757" x="2497138" y="3665538"/>
          <p14:tracePt t="7757" x="2479675" y="3665538"/>
          <p14:tracePt t="7762" x="2428875" y="3665538"/>
          <p14:tracePt t="7769" x="2319338" y="3665538"/>
          <p14:tracePt t="7783" x="2149475" y="3665538"/>
          <p14:tracePt t="7790" x="2068513" y="3665538"/>
          <p14:tracePt t="7797" x="1995488" y="3671888"/>
          <p14:tracePt t="7804" x="1931988" y="3671888"/>
          <p14:tracePt t="7811" x="1881188" y="3676650"/>
          <p14:tracePt t="7818" x="1841500" y="3676650"/>
          <p14:tracePt t="7825" x="1817688" y="3683000"/>
          <p14:tracePt t="7832" x="1801813" y="3683000"/>
          <p14:tracePt t="7838" x="1795463" y="3683000"/>
          <p14:tracePt t="7845" x="1789113" y="3683000"/>
          <p14:tracePt t="7852" x="1784350" y="3683000"/>
          <p14:tracePt t="7860" x="1778000" y="3683000"/>
          <p14:tracePt t="7866" x="1773238" y="3676650"/>
          <p14:tracePt t="7873" x="1760538" y="3671888"/>
          <p14:tracePt t="7880" x="1749425" y="3659188"/>
          <p14:tracePt t="7887" x="1733550" y="3648075"/>
          <p14:tracePt t="7894" x="1720850" y="3636963"/>
          <p14:tracePt t="7901" x="1704975" y="3625850"/>
          <p14:tracePt t="7908" x="1692275" y="3608388"/>
          <p14:tracePt t="7915" x="1681163" y="3597275"/>
          <p14:tracePt t="7922" x="1676400" y="3579813"/>
          <p14:tracePt t="7929" x="1663700" y="3568700"/>
          <p14:tracePt t="7936" x="1652588" y="3551238"/>
          <p14:tracePt t="7943" x="1635125" y="3529013"/>
          <p14:tracePt t="7950" x="1612900" y="3505200"/>
          <p14:tracePt t="7957" x="1595438" y="3489325"/>
          <p14:tracePt t="7964" x="1579563" y="3465513"/>
          <p14:tracePt t="7978" x="1538288" y="3432175"/>
          <p14:tracePt t="7984" x="1516063" y="3414713"/>
          <p14:tracePt t="7998" x="1487488" y="3379788"/>
          <p14:tracePt t="8005" x="1470025" y="3363913"/>
          <p14:tracePt t="8012" x="1447800" y="3346450"/>
          <p14:tracePt t="8019" x="1419225" y="3328988"/>
          <p14:tracePt t="8026" x="1373188" y="3300413"/>
          <p14:tracePt t="8040" x="1258888" y="3249613"/>
          <p14:tracePt t="8047" x="1203325" y="3221038"/>
          <p14:tracePt t="8054" x="1111250" y="3186113"/>
          <p14:tracePt t="8061" x="1014413" y="3157538"/>
          <p14:tracePt t="8068" x="939800" y="3124200"/>
          <p14:tracePt t="8075" x="838200" y="3095625"/>
          <p14:tracePt t="8082" x="758825" y="3067050"/>
          <p14:tracePt t="8088" x="684213" y="3038475"/>
          <p14:tracePt t="8095" x="633413" y="3016250"/>
          <p14:tracePt t="8103" x="604838" y="2998788"/>
          <p14:tracePt t="8109" x="581025" y="2981325"/>
          <p14:tracePt t="8117" x="576263" y="2970213"/>
          <p14:tracePt t="8131" x="569913" y="2941638"/>
          <p14:tracePt t="8132" x="569913" y="2930525"/>
          <p14:tracePt t="8137" x="569913" y="2919413"/>
          <p14:tracePt t="8145" x="563563" y="2890838"/>
          <p14:tracePt t="8151" x="563563" y="2851150"/>
          <p14:tracePt t="8158" x="563563" y="2822575"/>
          <p14:tracePt t="8165" x="563563" y="2794000"/>
          <p14:tracePt t="8172" x="563563" y="2770188"/>
          <p14:tracePt t="8179" x="563563" y="2752725"/>
          <p14:tracePt t="8186" x="563563" y="2736850"/>
          <p14:tracePt t="8193" x="563563" y="2725738"/>
          <p14:tracePt t="8200" x="563563" y="2713038"/>
          <p14:tracePt t="8214" x="563563" y="2701925"/>
          <p14:tracePt t="8360" x="569913" y="2701925"/>
          <p14:tracePt t="8362" x="576263" y="2701925"/>
          <p14:tracePt t="8366" x="581025" y="2701925"/>
          <p14:tracePt t="8373" x="598488" y="2701925"/>
          <p14:tracePt t="8381" x="609600" y="2701925"/>
          <p14:tracePt t="8387" x="627063" y="2708275"/>
          <p14:tracePt t="8394" x="633413" y="2713038"/>
          <p14:tracePt t="8401" x="638175" y="2713038"/>
          <p14:tracePt t="8408" x="638175" y="2719388"/>
          <p14:tracePt t="8417" x="638175" y="2725738"/>
          <p14:tracePt t="8431" x="638175" y="2730500"/>
          <p14:tracePt t="8437" x="638175" y="2736850"/>
          <p14:tracePt t="8442" x="638175" y="2741613"/>
          <p14:tracePt t="8449" x="638175" y="2752725"/>
          <p14:tracePt t="8456" x="638175" y="2765425"/>
          <p14:tracePt t="8463" x="638175" y="2776538"/>
          <p14:tracePt t="8470" x="638175" y="2781300"/>
          <p14:tracePt t="8477" x="638175" y="2794000"/>
          <p14:tracePt t="8484" x="638175" y="2805113"/>
          <p14:tracePt t="8491" x="633413" y="2816225"/>
          <p14:tracePt t="8498" x="633413" y="2822575"/>
          <p14:tracePt t="8505" x="633413" y="2833688"/>
          <p14:tracePt t="8512" x="633413" y="2844800"/>
          <p14:tracePt t="8519" x="633413" y="2855913"/>
          <p14:tracePt t="8526" x="633413" y="2873375"/>
          <p14:tracePt t="8533" x="633413" y="2895600"/>
          <p14:tracePt t="8540" x="627063" y="2913063"/>
          <p14:tracePt t="8547" x="627063" y="2930525"/>
          <p14:tracePt t="8554" x="620713" y="2935288"/>
          <p14:tracePt t="8561" x="615950" y="2947988"/>
          <p14:tracePt t="8568" x="615950" y="2959100"/>
          <p14:tracePt t="8575" x="615950" y="2963863"/>
          <p14:tracePt t="8771" x="620713" y="2963863"/>
          <p14:tracePt t="8774" x="627063" y="2963863"/>
          <p14:tracePt t="8777" x="633413" y="2963863"/>
          <p14:tracePt t="8783" x="644525" y="2970213"/>
          <p14:tracePt t="8790" x="673100" y="2976563"/>
          <p14:tracePt t="8797" x="712788" y="2981325"/>
          <p14:tracePt t="8804" x="763588" y="2992438"/>
          <p14:tracePt t="8818" x="911225" y="3009900"/>
          <p14:tracePt t="8825" x="996950" y="3009900"/>
          <p14:tracePt t="8832" x="1100138" y="3016250"/>
          <p14:tracePt t="8838" x="1214438" y="3021013"/>
          <p14:tracePt t="8846" x="1344613" y="3027363"/>
          <p14:tracePt t="8852" x="1470025" y="3027363"/>
          <p14:tracePt t="8860" x="1590675" y="3027363"/>
          <p14:tracePt t="8867" x="1692275" y="3027363"/>
          <p14:tracePt t="8873" x="1817688" y="3027363"/>
          <p14:tracePt t="8880" x="1949450" y="3027363"/>
          <p14:tracePt t="8887" x="2074863" y="3027363"/>
          <p14:tracePt t="8894" x="2189163" y="3027363"/>
          <p14:tracePt t="8901" x="2290763" y="3027363"/>
          <p14:tracePt t="8908" x="2393950" y="3027363"/>
          <p14:tracePt t="8915" x="2468563" y="3027363"/>
          <p14:tracePt t="8922" x="2554288" y="3021013"/>
          <p14:tracePt t="8929" x="2616200" y="3016250"/>
          <p14:tracePt t="8936" x="2662238" y="3016250"/>
          <p14:tracePt t="8942" x="2701925" y="3009900"/>
          <p14:tracePt t="8949" x="2735263" y="3003550"/>
          <p14:tracePt t="8956" x="2759075" y="3003550"/>
          <p14:tracePt t="8963" x="2776538" y="2998788"/>
          <p14:tracePt t="8971" x="2787650" y="2992438"/>
          <p14:tracePt t="8977" x="2792413" y="2992438"/>
          <p14:tracePt t="9126" x="2787650" y="2992438"/>
          <p14:tracePt t="9132" x="2781300" y="2992438"/>
          <p14:tracePt t="9136" x="2776538" y="2992438"/>
          <p14:tracePt t="9138" x="2770188" y="2998788"/>
          <p14:tracePt t="9144" x="2763838" y="2998788"/>
          <p14:tracePt t="9151" x="2759075" y="2998788"/>
          <p14:tracePt t="9158" x="2747963" y="3003550"/>
          <p14:tracePt t="9165" x="2735263" y="3003550"/>
          <p14:tracePt t="9172" x="2724150" y="3009900"/>
          <p14:tracePt t="9179" x="2713038" y="3009900"/>
          <p14:tracePt t="9186" x="2695575" y="3016250"/>
          <p14:tracePt t="9193" x="2673350" y="3021013"/>
          <p14:tracePt t="9200" x="2655888" y="3027363"/>
          <p14:tracePt t="9207" x="2638425" y="3027363"/>
          <p14:tracePt t="9213" x="2627313" y="3027363"/>
          <p14:tracePt t="9221" x="2616200" y="3027363"/>
          <p14:tracePt t="9228" x="2598738" y="3027363"/>
          <p14:tracePt t="9241" x="2587625" y="3027363"/>
          <p14:tracePt t="9248" x="2581275" y="3027363"/>
          <p14:tracePt t="9257" x="2576513" y="3027363"/>
          <p14:tracePt t="9268" x="2570163" y="3027363"/>
          <p14:tracePt t="9278" x="2565400" y="3027363"/>
          <p14:tracePt t="9283" x="2559050" y="3027363"/>
          <p14:tracePt t="9486" x="2554288" y="3027363"/>
          <p14:tracePt t="9489" x="2554288" y="3032125"/>
          <p14:tracePt t="9494" x="2547938" y="3032125"/>
          <p14:tracePt t="9499" x="2536825" y="3032125"/>
          <p14:tracePt t="9513" x="2484438" y="3044825"/>
          <p14:tracePt t="9519" x="2444750" y="3049588"/>
          <p14:tracePt t="9527" x="2387600" y="3060700"/>
          <p14:tracePt t="9528" x="2382838" y="3060700"/>
          <p14:tracePt t="9529" x="2376488" y="3060700"/>
          <p14:tracePt t="9540" x="2319338" y="3060700"/>
          <p14:tracePt t="9547" x="2274888" y="3067050"/>
          <p14:tracePt t="9554" x="2233613" y="3067050"/>
          <p14:tracePt t="9568" x="2160588" y="3067050"/>
          <p14:tracePt t="9574" x="2132013" y="3067050"/>
          <p14:tracePt t="9589" x="2081213" y="3067050"/>
          <p14:tracePt t="9590" x="2068513" y="3067050"/>
          <p14:tracePt t="9596" x="2052638" y="3067050"/>
          <p14:tracePt t="9597" x="2046288" y="3067050"/>
          <p14:tracePt t="9609" x="2000250" y="3067050"/>
          <p14:tracePt t="9616" x="1960563" y="3060700"/>
          <p14:tracePt t="9623" x="1927225" y="3055938"/>
          <p14:tracePt t="9637" x="1835150" y="3032125"/>
          <p14:tracePt t="9644" x="1795463" y="3016250"/>
          <p14:tracePt t="9651" x="1749425" y="3003550"/>
          <p14:tracePt t="9658" x="1698625" y="2987675"/>
          <p14:tracePt t="9659" x="1681163" y="2981325"/>
          <p14:tracePt t="9665" x="1647825" y="2963863"/>
          <p14:tracePt t="9672" x="1624013" y="2947988"/>
          <p14:tracePt t="9673" x="1608138" y="2935288"/>
          <p14:tracePt t="9679" x="1590675" y="2930525"/>
          <p14:tracePt t="9685" x="1566863" y="2906713"/>
          <p14:tracePt t="9693" x="1544638" y="2890838"/>
          <p14:tracePt t="9707" x="1509713" y="2855913"/>
          <p14:tracePt t="9714" x="1498600" y="2838450"/>
          <p14:tracePt t="9721" x="1498600" y="2809875"/>
          <p14:tracePt t="9735" x="1493838" y="2759075"/>
          <p14:tracePt t="9741" x="1493838" y="2736850"/>
          <p14:tracePt t="9756" x="1493838" y="2679700"/>
          <p14:tracePt t="9769" x="1509713" y="2644775"/>
          <p14:tracePt t="9783" x="1538288" y="2605088"/>
          <p14:tracePt t="9790" x="1555750" y="2593975"/>
          <p14:tracePt t="9797" x="1579563" y="2576513"/>
          <p14:tracePt t="9804" x="1608138" y="2559050"/>
          <p14:tracePt t="9811" x="1635125" y="2543175"/>
          <p14:tracePt t="9818" x="1670050" y="2530475"/>
          <p14:tracePt t="9825" x="1704975" y="2525713"/>
          <p14:tracePt t="9832" x="1760538" y="2514600"/>
          <p14:tracePt t="9846" x="1874838" y="2490788"/>
          <p14:tracePt t="9847" x="1898650" y="2490788"/>
          <p14:tracePt t="9847" x="1914525" y="2490788"/>
          <p14:tracePt t="9852" x="1966913" y="2486025"/>
          <p14:tracePt t="9859" x="2057400" y="2479675"/>
          <p14:tracePt t="9867" x="2149475" y="2474913"/>
          <p14:tracePt t="9880" x="2382838" y="2479675"/>
          <p14:tracePt t="9881" x="2416175" y="2486025"/>
          <p14:tracePt t="9882" x="2422525" y="2486025"/>
          <p14:tracePt t="9887" x="2490788" y="2486025"/>
          <p14:tracePt t="9894" x="2622550" y="2508250"/>
          <p14:tracePt t="9901" x="2781300" y="2525713"/>
          <p14:tracePt t="9908" x="2917825" y="2547938"/>
          <p14:tracePt t="9923" x="3106738" y="2576513"/>
          <p14:tracePt t="9924" x="3146425" y="2593975"/>
          <p14:tracePt t="9924" x="3157538" y="2593975"/>
          <p14:tracePt t="9929" x="3192463" y="2600325"/>
          <p14:tracePt t="9936" x="3260725" y="2622550"/>
          <p14:tracePt t="9950" x="3333750" y="2662238"/>
          <p14:tracePt t="9957" x="3346450" y="2673350"/>
          <p14:tracePt t="9963" x="3357563" y="2684463"/>
          <p14:tracePt t="9971" x="3357563" y="2701925"/>
          <p14:tracePt t="9977" x="3357563" y="2708275"/>
          <p14:tracePt t="9984" x="3357563" y="2725738"/>
          <p14:tracePt t="9999" x="3351213" y="2759075"/>
          <p14:tracePt t="10005" x="3351213" y="2776538"/>
          <p14:tracePt t="10012" x="3346450" y="2798763"/>
          <p14:tracePt t="10027" x="3340100" y="2833688"/>
          <p14:tracePt t="10028" x="3340100" y="2844800"/>
          <p14:tracePt t="10029" x="3340100" y="2851150"/>
          <p14:tracePt t="10040" x="3333750" y="2873375"/>
          <p14:tracePt t="10047" x="3328988" y="2884488"/>
          <p14:tracePt t="10054" x="3322638" y="2895600"/>
          <p14:tracePt t="10061" x="3317875" y="2906713"/>
          <p14:tracePt t="10068" x="3305175" y="2924175"/>
          <p14:tracePt t="10074" x="3294063" y="2941638"/>
          <p14:tracePt t="10081" x="3282950" y="2959100"/>
          <p14:tracePt t="10088" x="3260725" y="2981325"/>
          <p14:tracePt t="10096" x="3249613" y="3003550"/>
          <p14:tracePt t="10102" x="3232150" y="3032125"/>
          <p14:tracePt t="10109" x="3214688" y="3060700"/>
          <p14:tracePt t="10116" x="3197225" y="3078163"/>
          <p14:tracePt t="10123" x="3186113" y="3095625"/>
          <p14:tracePt t="10130" x="3175000" y="3113088"/>
          <p14:tracePt t="10144" x="3163888" y="3128963"/>
          <p14:tracePt t="10151" x="3157538" y="3135313"/>
          <p14:tracePt t="10158" x="3146425" y="3146425"/>
          <p14:tracePt t="10165" x="3146425" y="3157538"/>
          <p14:tracePt t="10172" x="3135313" y="3170238"/>
          <p14:tracePt t="10179" x="3128963" y="3181350"/>
          <p14:tracePt t="10186" x="3124200" y="3186113"/>
          <p14:tracePt t="10193" x="3117850" y="3192463"/>
          <p14:tracePt t="10199" x="3117850" y="3198813"/>
          <p14:tracePt t="10207" x="3111500" y="3198813"/>
          <p14:tracePt t="10213" x="3106738" y="3203575"/>
          <p14:tracePt t="10220" x="3100388" y="3209925"/>
          <p14:tracePt t="10227" x="3095625" y="3221038"/>
          <p14:tracePt t="10234" x="3089275" y="3227388"/>
          <p14:tracePt t="10241" x="3089275" y="3232150"/>
          <p14:tracePt t="10248" x="3082925" y="3232150"/>
          <p14:tracePt t="10262" x="3078163" y="3243263"/>
          <p14:tracePt t="10266" x="3078163" y="3249613"/>
          <p14:tracePt t="10279" x="3078163" y="3254375"/>
          <p14:tracePt t="10290" x="3078163" y="3267075"/>
          <p14:tracePt t="10291" x="3078163" y="3271838"/>
          <p14:tracePt t="10297" x="3078163" y="3278188"/>
          <p14:tracePt t="10304" x="3078163" y="3295650"/>
          <p14:tracePt t="10311" x="3078163" y="3317875"/>
          <p14:tracePt t="10318" x="3071813" y="3335338"/>
          <p14:tracePt t="10325" x="3071813" y="3363913"/>
          <p14:tracePt t="10332" x="3067050" y="3392488"/>
          <p14:tracePt t="10338" x="3060700" y="3414713"/>
          <p14:tracePt t="10353" x="3060700" y="3465513"/>
          <p14:tracePt t="10359" x="3054350" y="3489325"/>
          <p14:tracePt t="10366" x="3054350" y="3511550"/>
          <p14:tracePt t="10373" x="3049588" y="3533775"/>
          <p14:tracePt t="10380" x="3049588" y="3546475"/>
          <p14:tracePt t="10387" x="3043238" y="3562350"/>
          <p14:tracePt t="10394" x="3038475" y="3579813"/>
          <p14:tracePt t="10401" x="3038475" y="3590925"/>
          <p14:tracePt t="10408" x="3032125" y="3597275"/>
          <p14:tracePt t="10415" x="3032125" y="3603625"/>
          <p14:tracePt t="10422" x="3032125" y="3608388"/>
          <p14:tracePt t="10436" x="3032125" y="3619500"/>
          <p14:tracePt t="10443" x="3027363" y="3630613"/>
          <p14:tracePt t="10450" x="3027363" y="3636963"/>
          <p14:tracePt t="10457" x="3027363" y="3648075"/>
          <p14:tracePt t="10464" x="3027363" y="3659188"/>
          <p14:tracePt t="10471" x="3027363" y="3671888"/>
          <p14:tracePt t="10478" x="3027363" y="3683000"/>
          <p14:tracePt t="10486" x="3027363" y="3694113"/>
          <p14:tracePt t="10494" x="3027363" y="3700463"/>
          <p14:tracePt t="10503" x="3027363" y="3711575"/>
          <p14:tracePt t="10512" x="3027363" y="3722688"/>
          <p14:tracePt t="10519" x="3021013" y="3733800"/>
          <p14:tracePt t="10525" x="3014663" y="3744913"/>
          <p14:tracePt t="10531" x="3014663" y="3751263"/>
          <p14:tracePt t="10538" x="3014663" y="3756025"/>
          <p14:tracePt t="10547" x="3014663" y="3762375"/>
          <p14:tracePt t="10556" x="3014663" y="3768725"/>
          <p14:tracePt t="10563" x="3014663" y="3773488"/>
          <p14:tracePt t="10570" x="3014663" y="3779838"/>
          <p14:tracePt t="10582" x="3009900" y="3790950"/>
          <p14:tracePt t="10589" x="3009900" y="3797300"/>
          <p14:tracePt t="10596" x="3003550" y="3813175"/>
          <p14:tracePt t="10602" x="3003550" y="3825875"/>
          <p14:tracePt t="10609" x="3003550" y="3848100"/>
          <p14:tracePt t="10616" x="2998788" y="3876675"/>
          <p14:tracePt t="10623" x="2992438" y="3898900"/>
          <p14:tracePt t="10630" x="2992438" y="3938588"/>
          <p14:tracePt t="10638" x="2986088" y="3973513"/>
          <p14:tracePt t="10644" x="2981325" y="4002088"/>
          <p14:tracePt t="10651" x="2974975" y="4035425"/>
          <p14:tracePt t="10665" x="2970213" y="4081463"/>
          <p14:tracePt t="10672" x="2957513" y="4098925"/>
          <p14:tracePt t="10679" x="2957513" y="4116388"/>
          <p14:tracePt t="10686" x="2952750" y="4121150"/>
          <p14:tracePt t="10693" x="2946400" y="4132263"/>
          <p14:tracePt t="10700" x="2946400" y="4138613"/>
          <p14:tracePt t="10706" x="2941638" y="4149725"/>
          <p14:tracePt t="10715" x="2941638" y="4156075"/>
          <p14:tracePt t="10752" x="2935288" y="4156075"/>
          <p14:tracePt t="10787" x="2935288" y="4160838"/>
          <p14:tracePt t="10851" x="2928938" y="4160838"/>
          <p14:tracePt t="10862" x="2924175" y="4160838"/>
          <p14:tracePt t="10868" x="2917825" y="4160838"/>
          <p14:tracePt t="10916" x="2913063" y="4160838"/>
          <p14:tracePt t="10926" x="2906713" y="4160838"/>
          <p14:tracePt t="10945" x="2901950" y="4160838"/>
          <p14:tracePt t="10961" x="2895600" y="4160838"/>
          <p14:tracePt t="10977" x="2895600" y="4156075"/>
          <p14:tracePt t="10984" x="2889250" y="4156075"/>
          <p14:tracePt t="10986" x="2889250" y="4149725"/>
          <p14:tracePt t="10991" x="2884488" y="4144963"/>
          <p14:tracePt t="10998" x="2878138" y="4132263"/>
          <p14:tracePt t="11005" x="2873375" y="4121150"/>
          <p14:tracePt t="11012" x="2860675" y="4098925"/>
          <p14:tracePt t="11020" x="2849563" y="4081463"/>
          <p14:tracePt t="11026" x="2832100" y="4064000"/>
          <p14:tracePt t="11033" x="2827338" y="4048125"/>
          <p14:tracePt t="11040" x="2820988" y="4041775"/>
          <p14:tracePt t="11047" x="2816225" y="4041775"/>
          <p14:tracePt t="11144" x="2816225" y="4035425"/>
          <p14:tracePt t="11163" x="2816225" y="4030663"/>
          <p14:tracePt t="11167" x="2820988" y="4030663"/>
          <p14:tracePt t="11172" x="2820988" y="4024313"/>
          <p14:tracePt t="11181" x="2832100" y="4019550"/>
          <p14:tracePt t="11188" x="2844800" y="4019550"/>
          <p14:tracePt t="11193" x="2844800" y="4013200"/>
          <p14:tracePt t="11200" x="2849563" y="4013200"/>
          <p14:tracePt t="11207" x="2855913" y="4013200"/>
          <p14:tracePt t="11226" x="2860675" y="4013200"/>
          <p14:tracePt t="11229" x="2860675" y="4006850"/>
          <p14:tracePt t="11235" x="2873375" y="4006850"/>
          <p14:tracePt t="11241" x="2895600" y="4002088"/>
          <p14:tracePt t="11254" x="2941638" y="3990975"/>
          <p14:tracePt t="11259" x="2963863" y="3984625"/>
          <p14:tracePt t="11264" x="2986088" y="3984625"/>
          <p14:tracePt t="11270" x="3009900" y="3979863"/>
          <p14:tracePt t="11276" x="3038475" y="3973513"/>
          <p14:tracePt t="11283" x="3060700" y="3973513"/>
          <p14:tracePt t="11290" x="3082925" y="3967163"/>
          <p14:tracePt t="11297" x="3111500" y="3962400"/>
          <p14:tracePt t="11304" x="3140075" y="3962400"/>
          <p14:tracePt t="11311" x="3163888" y="3951288"/>
          <p14:tracePt t="11318" x="3186113" y="3944938"/>
          <p14:tracePt t="11325" x="3208338" y="3944938"/>
          <p14:tracePt t="11332" x="3225800" y="3944938"/>
          <p14:tracePt t="11339" x="3249613" y="3938588"/>
          <p14:tracePt t="11346" x="3260725" y="3938588"/>
          <p14:tracePt t="11352" x="3271838" y="3938588"/>
          <p14:tracePt t="11359" x="3282950" y="3938588"/>
          <p14:tracePt t="11366" x="3294063" y="3938588"/>
          <p14:tracePt t="11373" x="3305175" y="3938588"/>
          <p14:tracePt t="11380" x="3328988" y="3938588"/>
          <p14:tracePt t="11387" x="3340100" y="3938588"/>
          <p14:tracePt t="11394" x="3368675" y="3938588"/>
          <p14:tracePt t="11401" x="3390900" y="3938588"/>
          <p14:tracePt t="11408" x="3414713" y="3938588"/>
          <p14:tracePt t="11415" x="3436938" y="3938588"/>
          <p14:tracePt t="11422" x="3454400" y="3938588"/>
          <p14:tracePt t="11429" x="3476625" y="3938588"/>
          <p14:tracePt t="11436" x="3494088" y="3938588"/>
          <p14:tracePt t="11443" x="3511550" y="3938588"/>
          <p14:tracePt t="11450" x="3527425" y="3938588"/>
          <p14:tracePt t="11456" x="3544888" y="3938588"/>
          <p14:tracePt t="11471" x="3573463" y="3938588"/>
          <p14:tracePt t="11477" x="3584575" y="3938588"/>
          <p14:tracePt t="11484" x="3602038" y="3938588"/>
          <p14:tracePt t="11491" x="3619500" y="3938588"/>
          <p14:tracePt t="11498" x="3636963" y="3938588"/>
          <p14:tracePt t="11505" x="3652838" y="3938588"/>
          <p14:tracePt t="11512" x="3670300" y="3938588"/>
          <p14:tracePt t="11519" x="3694113" y="3938588"/>
          <p14:tracePt t="11526" x="3722688" y="3938588"/>
          <p14:tracePt t="11533" x="3738563" y="3944938"/>
          <p14:tracePt t="11540" x="3756025" y="3944938"/>
          <p14:tracePt t="11547" x="3773488" y="3951288"/>
          <p14:tracePt t="11554" x="3784600" y="3951288"/>
          <p14:tracePt t="11561" x="3795713" y="3956050"/>
          <p14:tracePt t="11568" x="3806825" y="3962400"/>
          <p14:tracePt t="11575" x="3819525" y="3967163"/>
          <p14:tracePt t="11582" x="3830638" y="3973513"/>
          <p14:tracePt t="11589" x="3835400" y="3979863"/>
          <p14:tracePt t="11596" x="3848100" y="3984625"/>
          <p14:tracePt t="11610" x="3863975" y="3990975"/>
          <p14:tracePt t="11616" x="3876675" y="3990975"/>
          <p14:tracePt t="11623" x="3881438" y="4002088"/>
          <p14:tracePt t="11630" x="3892550" y="4006850"/>
          <p14:tracePt t="11638" x="3903663" y="4013200"/>
          <p14:tracePt t="11644" x="3903663" y="4019550"/>
          <p14:tracePt t="11658" x="3921125" y="4035425"/>
          <p14:tracePt t="11667" x="3927475" y="4035425"/>
          <p14:tracePt t="11667" x="3927475" y="4041775"/>
          <p14:tracePt t="11681" x="3927475" y="4048125"/>
          <p14:tracePt t="11685" x="3932238" y="4048125"/>
          <p14:tracePt t="11687" x="3932238" y="4052888"/>
          <p14:tracePt t="11698" x="3932238" y="4059238"/>
          <p14:tracePt t="11705" x="3932238" y="4064000"/>
          <p14:tracePt t="11715" x="3932238" y="4070350"/>
          <p14:tracePt t="11716" x="3932238" y="4076700"/>
          <p14:tracePt t="11723" x="3932238" y="4081463"/>
          <p14:tracePt t="11729" x="3932238" y="4087813"/>
          <p14:tracePt t="11736" x="3932238" y="4092575"/>
          <p14:tracePt t="11747" x="3932238" y="4098925"/>
          <p14:tracePt t="11756" x="3932238" y="4105275"/>
          <p14:tracePt t="11771" x="3932238" y="4110038"/>
          <p14:tracePt t="11778" x="3932238" y="4116388"/>
          <p14:tracePt t="11785" x="3932238" y="4121150"/>
          <p14:tracePt t="11801" x="3932238" y="4127500"/>
          <p14:tracePt t="11812" x="3932238" y="4132263"/>
          <p14:tracePt t="11829" x="3927475" y="4132263"/>
          <p14:tracePt t="11834" x="3927475" y="4144963"/>
          <p14:tracePt t="11837" x="3921125" y="4144963"/>
          <p14:tracePt t="11841" x="3916363" y="4149725"/>
          <p14:tracePt t="11853" x="3910013" y="4156075"/>
          <p14:tracePt t="11860" x="3903663" y="4160838"/>
          <p14:tracePt t="11867" x="3892550" y="4173538"/>
          <p14:tracePt t="11880" x="3881438" y="4178300"/>
          <p14:tracePt t="11887" x="3870325" y="4189413"/>
          <p14:tracePt t="11894" x="3859213" y="4189413"/>
          <p14:tracePt t="11901" x="3852863" y="4195763"/>
          <p14:tracePt t="11908" x="3841750" y="4195763"/>
          <p14:tracePt t="11915" x="3841750" y="4202113"/>
          <p14:tracePt t="11922" x="3835400" y="4202113"/>
          <p14:tracePt t="11929" x="3824288" y="4202113"/>
          <p14:tracePt t="11936" x="3824288" y="4206875"/>
          <p14:tracePt t="11943" x="3819525" y="4206875"/>
          <p14:tracePt t="11950" x="3813175" y="4206875"/>
          <p14:tracePt t="11971" x="3806825" y="4206875"/>
          <p14:tracePt t="11975" x="3802063" y="4206875"/>
          <p14:tracePt t="11979" x="3795713" y="4206875"/>
          <p14:tracePt t="11986" x="3790950" y="4206875"/>
          <p14:tracePt t="11998" x="3767138" y="4213225"/>
          <p14:tracePt t="12013" x="3722688" y="4217988"/>
          <p14:tracePt t="12026" x="3665538" y="4235450"/>
          <p14:tracePt t="12040" x="3608388" y="4241800"/>
          <p14:tracePt t="12047" x="3584575" y="4246563"/>
          <p14:tracePt t="12061" x="3540125" y="4257675"/>
          <p14:tracePt t="12075" x="3500438" y="4257675"/>
          <p14:tracePt t="12089" x="3454400" y="4264025"/>
          <p14:tracePt t="12103" x="3414713" y="4264025"/>
          <p14:tracePt t="12116" x="3362325" y="4264025"/>
          <p14:tracePt t="12131" x="3311525" y="4264025"/>
          <p14:tracePt t="12144" x="3265488" y="4270375"/>
          <p14:tracePt t="12158" x="3214688" y="4270375"/>
          <p14:tracePt t="12172" x="3175000" y="4270375"/>
          <p14:tracePt t="12186" x="3128963" y="4275138"/>
          <p14:tracePt t="12200" x="3089275" y="4275138"/>
          <p14:tracePt t="12214" x="3032125" y="4275138"/>
          <p14:tracePt t="12228" x="2974975" y="4275138"/>
          <p14:tracePt t="12242" x="2924175" y="4275138"/>
          <p14:tracePt t="12256" x="2884488" y="4270375"/>
          <p14:tracePt t="12269" x="2838450" y="4270375"/>
          <p14:tracePt t="12283" x="2805113" y="4270375"/>
          <p14:tracePt t="12297" x="2770188" y="4270375"/>
          <p14:tracePt t="12311" x="2735263" y="4270375"/>
          <p14:tracePt t="12325" x="2701925" y="4270375"/>
          <p14:tracePt t="12339" x="2667000" y="4270375"/>
          <p14:tracePt t="12353" x="2644775" y="4270375"/>
          <p14:tracePt t="12367" x="2622550" y="4264025"/>
          <p14:tracePt t="12381" x="2609850" y="4257675"/>
          <p14:tracePt t="12395" x="2598738" y="4246563"/>
          <p14:tracePt t="12408" x="2593975" y="4224338"/>
          <p14:tracePt t="12422" x="2593975" y="4195763"/>
          <p14:tracePt t="12429" x="2593975" y="4178300"/>
          <p14:tracePt t="12443" x="2587625" y="4149725"/>
          <p14:tracePt t="12457" x="2576513" y="4132263"/>
          <p14:tracePt t="12471" x="2576513" y="4121150"/>
          <p14:tracePt t="12478" x="2576513" y="4116388"/>
          <p14:tracePt t="12492" x="2570163" y="4098925"/>
          <p14:tracePt t="12506" x="2565400" y="4070350"/>
          <p14:tracePt t="12519" x="2565400" y="4048125"/>
          <p14:tracePt t="12526" x="2565400" y="4035425"/>
          <p14:tracePt t="12540" x="2565400" y="4024313"/>
          <p14:tracePt t="12547" x="2565400" y="4013200"/>
          <p14:tracePt t="12561" x="2576513" y="4002088"/>
          <p14:tracePt t="12568" x="2587625" y="3990975"/>
          <p14:tracePt t="12582" x="2616200" y="3967163"/>
          <p14:tracePt t="12588" x="2638425" y="3962400"/>
          <p14:tracePt t="12603" x="2684463" y="3933825"/>
          <p14:tracePt t="12603" x="2695575" y="3927475"/>
          <p14:tracePt t="12604" x="2701925" y="3922713"/>
          <p14:tracePt t="12609" x="2713038" y="3916363"/>
          <p14:tracePt t="12624" x="2776538" y="3894138"/>
          <p14:tracePt t="12637" x="2820988" y="3876675"/>
          <p14:tracePt t="12644" x="2838450" y="3870325"/>
          <p14:tracePt t="12658" x="2860675" y="3865563"/>
          <p14:tracePt t="12665" x="2867025" y="3865563"/>
          <p14:tracePt t="12679" x="2878138" y="3865563"/>
          <p14:tracePt t="12686" x="2884488" y="3865563"/>
          <p14:tracePt t="12700" x="2901950" y="3865563"/>
          <p14:tracePt t="12707" x="2913063" y="3865563"/>
          <p14:tracePt t="12721" x="2946400" y="3870325"/>
          <p14:tracePt t="12735" x="2981325" y="3876675"/>
          <p14:tracePt t="12749" x="3032125" y="3881438"/>
          <p14:tracePt t="12762" x="3082925" y="3894138"/>
          <p14:tracePt t="12776" x="3146425" y="3898900"/>
          <p14:tracePt t="12790" x="3214688" y="3898900"/>
          <p14:tracePt t="12804" x="3282950" y="3898900"/>
          <p14:tracePt t="12818" x="3375025" y="3898900"/>
          <p14:tracePt t="12832" x="3465513" y="3898900"/>
          <p14:tracePt t="12846" x="3544888" y="3898900"/>
          <p14:tracePt t="12860" x="3602038" y="3898900"/>
          <p14:tracePt t="12874" x="3641725" y="3898900"/>
          <p14:tracePt t="12881" x="3652838" y="3898900"/>
          <p14:tracePt t="12894" x="3676650" y="3898900"/>
          <p14:tracePt t="12908" x="3705225" y="3905250"/>
          <p14:tracePt t="12922" x="3727450" y="3916363"/>
          <p14:tracePt t="12936" x="3756025" y="3927475"/>
          <p14:tracePt t="12944" x="3767138" y="3933825"/>
          <p14:tracePt t="12953" x="3790950" y="3938588"/>
          <p14:tracePt t="12961" x="3813175" y="3951288"/>
          <p14:tracePt t="12968" x="3835400" y="3956050"/>
          <p14:tracePt t="12976" x="3852863" y="3962400"/>
          <p14:tracePt t="12982" x="3870325" y="3967163"/>
          <p14:tracePt t="12988" x="3881438" y="3973513"/>
          <p14:tracePt t="12994" x="3887788" y="3979863"/>
          <p14:tracePt t="13000" x="3892550" y="3979863"/>
          <p14:tracePt t="13010" x="3903663" y="3990975"/>
          <p14:tracePt t="13018" x="3910013" y="3995738"/>
          <p14:tracePt t="13023" x="3916363" y="4002088"/>
          <p14:tracePt t="13029" x="3916363" y="4013200"/>
          <p14:tracePt t="13034" x="3916363" y="4019550"/>
          <p14:tracePt t="13047" x="3921125" y="4041775"/>
          <p14:tracePt t="13061" x="3921125" y="4064000"/>
          <p14:tracePt t="13075" x="3916363" y="4087813"/>
          <p14:tracePt t="13089" x="3898900" y="4098925"/>
          <p14:tracePt t="13103" x="3881438" y="4116388"/>
          <p14:tracePt t="13117" x="3859213" y="4132263"/>
          <p14:tracePt t="13131" x="3830638" y="4144963"/>
          <p14:tracePt t="13145" x="3795713" y="4160838"/>
          <p14:tracePt t="13158" x="3756025" y="4178300"/>
          <p14:tracePt t="13159" x="3744913" y="4184650"/>
          <p14:tracePt t="13165" x="3716338" y="4195763"/>
          <p14:tracePt t="13179" x="3652838" y="4230688"/>
          <p14:tracePt t="13186" x="3602038" y="4252913"/>
          <p14:tracePt t="13200" x="3505200" y="4303713"/>
          <p14:tracePt t="13201" x="3494088" y="4314825"/>
          <p14:tracePt t="13202" x="3487738" y="4321175"/>
          <p14:tracePt t="13202" x="3476625" y="4327525"/>
          <p14:tracePt t="13203" x="3471863" y="4327525"/>
          <p14:tracePt t="13206" x="3454400" y="4338638"/>
          <p14:tracePt t="13221" x="3362325" y="4383088"/>
          <p14:tracePt t="13222" x="3346450" y="4389438"/>
          <p14:tracePt t="13222" x="3340100" y="4389438"/>
          <p14:tracePt t="13227" x="3322638" y="4395788"/>
          <p14:tracePt t="13242" x="3260725" y="4418013"/>
          <p14:tracePt t="13248" x="3236913" y="4418013"/>
          <p14:tracePt t="13263" x="3192463" y="4429125"/>
          <p14:tracePt t="13276" x="3146425" y="4429125"/>
          <p14:tracePt t="13290" x="3095625" y="4429125"/>
          <p14:tracePt t="13297" x="3067050" y="4429125"/>
          <p14:tracePt t="13311" x="2992438" y="4424363"/>
          <p14:tracePt t="13312" x="2974975" y="4424363"/>
          <p14:tracePt t="13318" x="2952750" y="4418013"/>
          <p14:tracePt t="13332" x="2873375" y="4406900"/>
          <p14:tracePt t="13338" x="2827338" y="4395788"/>
          <p14:tracePt t="13353" x="2752725" y="4378325"/>
          <p14:tracePt t="13366" x="2701925" y="4356100"/>
          <p14:tracePt t="13373" x="2684463" y="4343400"/>
          <p14:tracePt t="13387" x="2651125" y="4321175"/>
          <p14:tracePt t="13394" x="2638425" y="4310063"/>
          <p14:tracePt t="13408" x="2609850" y="4270375"/>
          <p14:tracePt t="13415" x="2598738" y="4252913"/>
          <p14:tracePt t="13429" x="2570163" y="4213225"/>
          <p14:tracePt t="13443" x="2541588" y="4184650"/>
          <p14:tracePt t="13457" x="2525713" y="4149725"/>
          <p14:tracePt t="13471" x="2513013" y="4121150"/>
          <p14:tracePt t="13485" x="2501900" y="4087813"/>
          <p14:tracePt t="13499" x="2501900" y="4048125"/>
          <p14:tracePt t="13512" x="2501900" y="4006850"/>
          <p14:tracePt t="13526" x="2508250" y="3967163"/>
          <p14:tracePt t="13540" x="2519363" y="3927475"/>
          <p14:tracePt t="13554" x="2541588" y="3898900"/>
          <p14:tracePt t="13568" x="2576513" y="3876675"/>
          <p14:tracePt t="13569" x="2581275" y="3876675"/>
          <p14:tracePt t="13575" x="2593975" y="3865563"/>
          <p14:tracePt t="13585" x="2616200" y="3859213"/>
          <p14:tracePt t="13593" x="2633663" y="3854450"/>
          <p14:tracePt t="13601" x="2655888" y="3848100"/>
          <p14:tracePt t="13609" x="2684463" y="3841750"/>
          <p14:tracePt t="13617" x="2724150" y="3836988"/>
          <p14:tracePt t="13623" x="2752725" y="3830638"/>
          <p14:tracePt t="13629" x="2781300" y="3830638"/>
          <p14:tracePt t="13633" x="2805113" y="3830638"/>
          <p14:tracePt t="13638" x="2838450" y="3830638"/>
          <p14:tracePt t="13647" x="2889250" y="3830638"/>
          <p14:tracePt t="13655" x="2928938" y="3830638"/>
          <p14:tracePt t="13660" x="2974975" y="3830638"/>
          <p14:tracePt t="13672" x="3054350" y="3848100"/>
          <p14:tracePt t="13679" x="3100388" y="3848100"/>
          <p14:tracePt t="13693" x="3175000" y="3848100"/>
          <p14:tracePt t="13707" x="3225800" y="3854450"/>
          <p14:tracePt t="13721" x="3271838" y="3859213"/>
          <p14:tracePt t="13728" x="3282950" y="3859213"/>
          <p14:tracePt t="13742" x="3311525" y="3865563"/>
          <p14:tracePt t="13756" x="3328988" y="3870325"/>
          <p14:tracePt t="13769" x="3351213" y="3876675"/>
          <p14:tracePt t="13783" x="3379788" y="3894138"/>
          <p14:tracePt t="13797" x="3403600" y="3898900"/>
          <p14:tracePt t="13804" x="3419475" y="3905250"/>
          <p14:tracePt t="13818" x="3430588" y="3905250"/>
          <p14:tracePt t="13940" x="3430588" y="3910013"/>
          <p14:tracePt t="13944" x="3430588" y="3916363"/>
          <p14:tracePt t="13949" x="3430588" y="3922713"/>
          <p14:tracePt t="13951" x="3436938" y="3922713"/>
          <p14:tracePt t="13964" x="3443288" y="3938588"/>
          <p14:tracePt t="14127" x="3448050" y="3938588"/>
          <p14:tracePt t="14136" x="3454400" y="3938588"/>
          <p14:tracePt t="14139" x="3459163" y="3938588"/>
          <p14:tracePt t="14144" x="3471863" y="3944938"/>
          <p14:tracePt t="14151" x="3505200" y="3944938"/>
          <p14:tracePt t="14165" x="3584575" y="3951288"/>
          <p14:tracePt t="14179" x="3676650" y="3956050"/>
          <p14:tracePt t="14193" x="3767138" y="3962400"/>
          <p14:tracePt t="14200" x="3806825" y="3967163"/>
          <p14:tracePt t="14207" x="3835400" y="3973513"/>
          <p14:tracePt t="14214" x="3870325" y="3973513"/>
          <p14:tracePt t="14221" x="3887788" y="3979863"/>
          <p14:tracePt t="14235" x="3903663" y="3984625"/>
          <p14:tracePt t="14268" x="3910013" y="3984625"/>
          <p14:tracePt t="14278" x="3910013" y="3990975"/>
          <p14:tracePt t="14283" x="3916363" y="3990975"/>
          <p14:tracePt t="14287" x="3916363" y="3995738"/>
          <p14:tracePt t="14292" x="3921125" y="3995738"/>
          <p14:tracePt t="14292" x="3921125" y="4002088"/>
          <p14:tracePt t="14297" x="3927475" y="4002088"/>
          <p14:tracePt t="14304" x="3932238" y="4013200"/>
          <p14:tracePt t="14311" x="3944938" y="4019550"/>
          <p14:tracePt t="14318" x="3956050" y="4024313"/>
          <p14:tracePt t="14325" x="3960813" y="4024313"/>
          <p14:tracePt t="14332" x="3967163" y="4030663"/>
          <p14:tracePt t="14339" x="3973513" y="4035425"/>
          <p14:tracePt t="14418" x="3973513" y="4041775"/>
          <p14:tracePt t="14423" x="3978275" y="4041775"/>
          <p14:tracePt t="14426" x="3978275" y="4048125"/>
          <p14:tracePt t="14431" x="3978275" y="4052888"/>
          <p14:tracePt t="14443" x="3978275" y="4070350"/>
          <p14:tracePt t="14450" x="3978275" y="4087813"/>
          <p14:tracePt t="14464" x="3973513" y="4110038"/>
          <p14:tracePt t="14471" x="3960813" y="4121150"/>
          <p14:tracePt t="14485" x="3927475" y="4156075"/>
          <p14:tracePt t="14491" x="3892550" y="4178300"/>
          <p14:tracePt t="14498" x="3859213" y="4195763"/>
          <p14:tracePt t="14505" x="3819525" y="4217988"/>
          <p14:tracePt t="14512" x="3767138" y="4241800"/>
          <p14:tracePt t="14519" x="3722688" y="4257675"/>
          <p14:tracePt t="14526" x="3670300" y="4270375"/>
          <p14:tracePt t="14533" x="3613150" y="4281488"/>
          <p14:tracePt t="14540" x="3568700" y="4292600"/>
          <p14:tracePt t="14542" x="3540125" y="4298950"/>
          <p14:tracePt t="14542" x="3533775" y="4303713"/>
          <p14:tracePt t="14547" x="3511550" y="4310063"/>
          <p14:tracePt t="14554" x="3430588" y="4321175"/>
          <p14:tracePt t="14555" x="3408363" y="4327525"/>
          <p14:tracePt t="14561" x="3375025" y="4327525"/>
          <p14:tracePt t="14568" x="3311525" y="4338638"/>
          <p14:tracePt t="14569" x="3294063" y="4338638"/>
          <p14:tracePt t="14570" x="3289300" y="4338638"/>
          <p14:tracePt t="14574" x="3260725" y="4343400"/>
          <p14:tracePt t="14582" x="3203575" y="4343400"/>
          <p14:tracePt t="14588" x="3157538" y="4343400"/>
          <p14:tracePt t="14595" x="3111500" y="4343400"/>
          <p14:tracePt t="14602" x="3060700" y="4349750"/>
          <p14:tracePt t="14609" x="3009900" y="4349750"/>
          <p14:tracePt t="14616" x="2952750" y="4349750"/>
          <p14:tracePt t="14631" x="2820988" y="4349750"/>
          <p14:tracePt t="14644" x="2684463" y="4343400"/>
          <p14:tracePt t="14651" x="2633663" y="4332288"/>
          <p14:tracePt t="14658" x="2587625" y="4327525"/>
          <p14:tracePt t="14672" x="2519363" y="4314825"/>
          <p14:tracePt t="14673" x="2501900" y="4310063"/>
          <p14:tracePt t="14679" x="2490788" y="4310063"/>
          <p14:tracePt t="14686" x="2479675" y="4298950"/>
          <p14:tracePt t="14700" x="2473325" y="4298950"/>
          <p14:tracePt t="14713" x="2473325" y="4292600"/>
          <p14:tracePt t="14716" x="2468563" y="4292600"/>
          <p14:tracePt t="14721" x="2468563" y="4286250"/>
          <p14:tracePt t="14728" x="2455863" y="4275138"/>
          <p14:tracePt t="14735" x="2444750" y="4264025"/>
          <p14:tracePt t="14742" x="2428875" y="4246563"/>
          <p14:tracePt t="14748" x="2411413" y="4230688"/>
          <p14:tracePt t="14757" x="2393950" y="4206875"/>
          <p14:tracePt t="14758" x="2387600" y="4202113"/>
          <p14:tracePt t="14759" x="2382838" y="4202113"/>
          <p14:tracePt t="14770" x="2365375" y="4178300"/>
          <p14:tracePt t="14776" x="2354263" y="4160838"/>
          <p14:tracePt t="14784" x="2347913" y="4149725"/>
          <p14:tracePt t="14793" x="2343150" y="4138613"/>
          <p14:tracePt t="14801" x="2336800" y="4121150"/>
          <p14:tracePt t="14808" x="2330450" y="4110038"/>
          <p14:tracePt t="14815" x="2330450" y="4092575"/>
          <p14:tracePt t="14822" x="2325688" y="4059238"/>
          <p14:tracePt t="14827" x="2325688" y="4048125"/>
          <p14:tracePt t="14833" x="2325688" y="4030663"/>
          <p14:tracePt t="14839" x="2325688" y="4013200"/>
          <p14:tracePt t="14848" x="2336800" y="3979863"/>
          <p14:tracePt t="14855" x="2347913" y="3962400"/>
          <p14:tracePt t="14861" x="2365375" y="3951288"/>
          <p14:tracePt t="14866" x="2382838" y="3933825"/>
          <p14:tracePt t="14873" x="2405063" y="3916363"/>
          <p14:tracePt t="14880" x="2444750" y="3894138"/>
          <p14:tracePt t="14887" x="2473325" y="3881438"/>
          <p14:tracePt t="14894" x="2513013" y="3870325"/>
          <p14:tracePt t="14901" x="2554288" y="3859213"/>
          <p14:tracePt t="14908" x="2616200" y="3854450"/>
          <p14:tracePt t="14915" x="2667000" y="3848100"/>
          <p14:tracePt t="14922" x="2706688" y="3841750"/>
          <p14:tracePt t="14929" x="2752725" y="3841750"/>
          <p14:tracePt t="14936" x="2792413" y="3841750"/>
          <p14:tracePt t="14943" x="2844800" y="3841750"/>
          <p14:tracePt t="14950" x="2889250" y="3841750"/>
          <p14:tracePt t="14958" x="2946400" y="3848100"/>
          <p14:tracePt t="14959" x="2970213" y="3848100"/>
          <p14:tracePt t="14960" x="2974975" y="3848100"/>
          <p14:tracePt t="14961" x="2981325" y="3848100"/>
          <p14:tracePt t="14961" x="2986088" y="3854450"/>
          <p14:tracePt t="14962" x="2992438" y="3854450"/>
          <p14:tracePt t="14970" x="3038475" y="3859213"/>
          <p14:tracePt t="14977" x="3078163" y="3865563"/>
          <p14:tracePt t="14984" x="3124200" y="3876675"/>
          <p14:tracePt t="14991" x="3163888" y="3881438"/>
          <p14:tracePt t="14998" x="3197225" y="3881438"/>
          <p14:tracePt t="15005" x="3232150" y="3894138"/>
          <p14:tracePt t="15012" x="3254375" y="3894138"/>
          <p14:tracePt t="15019" x="3278188" y="3898900"/>
          <p14:tracePt t="15026" x="3294063" y="3898900"/>
          <p14:tracePt t="15033" x="3300413" y="3898900"/>
          <p14:tracePt t="15068" x="3305175" y="3898900"/>
          <p14:tracePt t="15076" x="3311525" y="3898900"/>
          <p14:tracePt t="15078" x="3311525" y="3905250"/>
          <p14:tracePt t="15082" x="3317875" y="3905250"/>
          <p14:tracePt t="15088" x="3333750" y="3916363"/>
          <p14:tracePt t="15095" x="3368675" y="3922713"/>
          <p14:tracePt t="15102" x="3397250" y="3933825"/>
          <p14:tracePt t="15109" x="3436938" y="3944938"/>
          <p14:tracePt t="15116" x="3482975" y="3951288"/>
          <p14:tracePt t="15123" x="3527425" y="3962400"/>
          <p14:tracePt t="15130" x="3573463" y="3967163"/>
          <p14:tracePt t="15137" x="3613150" y="3979863"/>
          <p14:tracePt t="15144" x="3641725" y="3984625"/>
          <p14:tracePt t="15151" x="3670300" y="3990975"/>
          <p14:tracePt t="15158" x="3681413" y="3995738"/>
          <p14:tracePt t="15165" x="3698875" y="3995738"/>
          <p14:tracePt t="15172" x="3705225" y="4002088"/>
          <p14:tracePt t="15183" x="3709988" y="4002088"/>
          <p14:tracePt t="15272" x="3716338" y="4002088"/>
          <p14:tracePt t="15275" x="3722688" y="4006850"/>
          <p14:tracePt t="15278" x="3727450" y="4006850"/>
          <p14:tracePt t="15283" x="3733800" y="4013200"/>
          <p14:tracePt t="15290" x="3744913" y="4013200"/>
          <p14:tracePt t="15297" x="3762375" y="4019550"/>
          <p14:tracePt t="15304" x="3778250" y="4019550"/>
          <p14:tracePt t="15311" x="3795713" y="4024313"/>
          <p14:tracePt t="15318" x="3813175" y="4024313"/>
          <p14:tracePt t="15325" x="3830638" y="4030663"/>
          <p14:tracePt t="15332" x="3848100" y="4035425"/>
          <p14:tracePt t="15339" x="3863975" y="4035425"/>
          <p14:tracePt t="15346" x="3876675" y="4035425"/>
          <p14:tracePt t="15352" x="3892550" y="4035425"/>
          <p14:tracePt t="15360" x="3898900" y="4035425"/>
          <p14:tracePt t="15367" x="3903663" y="4041775"/>
          <p14:tracePt t="15373" x="3910013" y="4041775"/>
          <p14:tracePt t="15380" x="3916363" y="4048125"/>
          <p14:tracePt t="15388" x="3927475" y="4048125"/>
          <p14:tracePt t="15394" x="3932238" y="4052888"/>
          <p14:tracePt t="15401" x="3944938" y="4052888"/>
          <p14:tracePt t="15409" x="3949700" y="4052888"/>
          <p14:tracePt t="15418" x="3956050" y="4059238"/>
          <p14:tracePt t="15426" x="3960813" y="4059238"/>
          <p14:tracePt t="15451" x="3960813" y="4064000"/>
          <p14:tracePt t="15456" x="3967163" y="4064000"/>
          <p14:tracePt t="15467" x="3967163" y="4070350"/>
          <p14:tracePt t="15479" x="3973513" y="4076700"/>
          <p14:tracePt t="15482" x="3973513" y="4081463"/>
          <p14:tracePt t="15484" x="3973513" y="4087813"/>
          <p14:tracePt t="15495" x="3973513" y="4092575"/>
          <p14:tracePt t="15498" x="3978275" y="4092575"/>
          <p14:tracePt t="15505" x="3978275" y="4098925"/>
          <p14:tracePt t="15546" x="3978275" y="4105275"/>
          <p14:tracePt t="15551" x="3978275" y="4110038"/>
          <p14:tracePt t="15555" x="3978275" y="4116388"/>
          <p14:tracePt t="15561" x="3973513" y="4116388"/>
          <p14:tracePt t="15568" x="3967163" y="4127500"/>
          <p14:tracePt t="15575" x="3960813" y="4132263"/>
          <p14:tracePt t="15582" x="3956050" y="4144963"/>
          <p14:tracePt t="15583" x="3949700" y="4144963"/>
          <p14:tracePt t="15589" x="3944938" y="4149725"/>
          <p14:tracePt t="15595" x="3932238" y="4160838"/>
          <p14:tracePt t="15602" x="3921125" y="4167188"/>
          <p14:tracePt t="15609" x="3910013" y="4178300"/>
          <p14:tracePt t="15616" x="3898900" y="4184650"/>
          <p14:tracePt t="15623" x="3887788" y="4189413"/>
          <p14:tracePt t="15630" x="3881438" y="4202113"/>
          <p14:tracePt t="15637" x="3870325" y="4202113"/>
          <p14:tracePt t="15644" x="3870325" y="4206875"/>
          <p14:tracePt t="15651" x="3859213" y="4213225"/>
          <p14:tracePt t="15658" x="3848100" y="4213225"/>
          <p14:tracePt t="15665" x="3835400" y="4217988"/>
          <p14:tracePt t="15672" x="3824288" y="4230688"/>
          <p14:tracePt t="15679" x="3802063" y="4235450"/>
          <p14:tracePt t="15686" x="3773488" y="4246563"/>
          <p14:tracePt t="15693" x="3733800" y="4257675"/>
          <p14:tracePt t="15700" x="3687763" y="4275138"/>
          <p14:tracePt t="15707" x="3641725" y="4292600"/>
          <p14:tracePt t="15713" x="3590925" y="4303713"/>
          <p14:tracePt t="15721" x="3544888" y="4310063"/>
          <p14:tracePt t="15728" x="3505200" y="4321175"/>
          <p14:tracePt t="15735" x="3471863" y="4327525"/>
          <p14:tracePt t="15749" x="3386138" y="4343400"/>
          <p14:tracePt t="15755" x="3328988" y="4349750"/>
          <p14:tracePt t="15762" x="3289300" y="4360863"/>
          <p14:tracePt t="15776" x="3203575" y="4371975"/>
          <p14:tracePt t="15783" x="3168650" y="4371975"/>
          <p14:tracePt t="15790" x="3135313" y="4371975"/>
          <p14:tracePt t="15797" x="3111500" y="4371975"/>
          <p14:tracePt t="15804" x="3089275" y="4371975"/>
          <p14:tracePt t="15811" x="3071813" y="4371975"/>
          <p14:tracePt t="15818" x="3049588" y="4367213"/>
          <p14:tracePt t="15825" x="3027363" y="4367213"/>
          <p14:tracePt t="15832" x="2992438" y="4356100"/>
          <p14:tracePt t="15838" x="2963863" y="4343400"/>
          <p14:tracePt t="15846" x="2935288" y="4343400"/>
          <p14:tracePt t="15852" x="2906713" y="4338638"/>
          <p14:tracePt t="15860" x="2884488" y="4332288"/>
          <p14:tracePt t="15866" x="2855913" y="4327525"/>
          <p14:tracePt t="15874" x="2832100" y="4327525"/>
          <p14:tracePt t="15881" x="2805113" y="4321175"/>
          <p14:tracePt t="15887" x="2776538" y="4321175"/>
          <p14:tracePt t="15894" x="2747963" y="4314825"/>
          <p14:tracePt t="15901" x="2719388" y="4314825"/>
          <p14:tracePt t="15908" x="2695575" y="4303713"/>
          <p14:tracePt t="15915" x="2679700" y="4298950"/>
          <p14:tracePt t="15922" x="2662238" y="4298950"/>
          <p14:tracePt t="15929" x="2651125" y="4286250"/>
          <p14:tracePt t="15936" x="2644775" y="4286250"/>
          <p14:tracePt t="15943" x="2633663" y="4281488"/>
          <p14:tracePt t="15957" x="2616200" y="4257675"/>
          <p14:tracePt t="15964" x="2598738" y="4241800"/>
          <p14:tracePt t="15978" x="2559050" y="4189413"/>
          <p14:tracePt t="15985" x="2547938" y="4167188"/>
          <p14:tracePt t="15992" x="2525713" y="4138613"/>
          <p14:tracePt t="15999" x="2513013" y="4116388"/>
          <p14:tracePt t="16006" x="2497138" y="4098925"/>
          <p14:tracePt t="16012" x="2484438" y="4076700"/>
          <p14:tracePt t="16019" x="2473325" y="4059238"/>
          <p14:tracePt t="16026" x="2468563" y="4035425"/>
          <p14:tracePt t="16033" x="2468563" y="4024313"/>
          <p14:tracePt t="16040" x="2468563" y="4006850"/>
          <p14:tracePt t="16047" x="2468563" y="3984625"/>
          <p14:tracePt t="16061" x="2468563" y="3938588"/>
          <p14:tracePt t="16068" x="2479675" y="3916363"/>
          <p14:tracePt t="16075" x="2490788" y="3898900"/>
          <p14:tracePt t="16082" x="2508250" y="3881438"/>
          <p14:tracePt t="16088" x="2525713" y="3870325"/>
          <p14:tracePt t="16096" x="2547938" y="3859213"/>
          <p14:tracePt t="16102" x="2576513" y="3854450"/>
          <p14:tracePt t="16109" x="2605088" y="3848100"/>
          <p14:tracePt t="16116" x="2644775" y="3836988"/>
          <p14:tracePt t="16123" x="2684463" y="3830638"/>
          <p14:tracePt t="16130" x="2724150" y="3830638"/>
          <p14:tracePt t="16137" x="2759075" y="3830638"/>
          <p14:tracePt t="16144" x="2792413" y="3830638"/>
          <p14:tracePt t="16151" x="2838450" y="3830638"/>
          <p14:tracePt t="16159" x="2873375" y="3830638"/>
          <p14:tracePt t="16165" x="2901950" y="3830638"/>
          <p14:tracePt t="16179" x="2986088" y="3830638"/>
          <p14:tracePt t="16186" x="3014663" y="3836988"/>
          <p14:tracePt t="16193" x="3054350" y="3841750"/>
          <p14:tracePt t="16200" x="3089275" y="3854450"/>
          <p14:tracePt t="16207" x="3135313" y="3865563"/>
          <p14:tracePt t="16213" x="3186113" y="3876675"/>
          <p14:tracePt t="16221" x="3243263" y="3898900"/>
          <p14:tracePt t="16227" x="3300413" y="3916363"/>
          <p14:tracePt t="16234" x="3351213" y="3938588"/>
          <p14:tracePt t="16241" x="3397250" y="3956050"/>
          <p14:tracePt t="16257" x="3500438" y="3995738"/>
          <p14:tracePt t="16263" x="3516313" y="4013200"/>
          <p14:tracePt t="16276" x="3556000" y="4035425"/>
          <p14:tracePt t="16283" x="3573463" y="4048125"/>
          <p14:tracePt t="16290" x="3579813" y="4052888"/>
          <p14:tracePt t="16297" x="3590925" y="4059238"/>
          <p14:tracePt t="16304" x="3597275" y="4064000"/>
          <p14:tracePt t="16313" x="3597275" y="4070350"/>
          <p14:tracePt t="16326" x="3602038" y="4070350"/>
          <p14:tracePt t="16333" x="3602038" y="4076700"/>
          <p14:tracePt t="16333" x="3608388" y="4076700"/>
          <p14:tracePt t="16340" x="3608388" y="4081463"/>
          <p14:tracePt t="16342" x="3613150" y="4081463"/>
          <p14:tracePt t="16347" x="3619500" y="4087813"/>
          <p14:tracePt t="16352" x="3625850" y="4092575"/>
          <p14:tracePt t="16359" x="3630613" y="4098925"/>
          <p14:tracePt t="16366" x="3636963" y="4105275"/>
          <p14:tracePt t="16373" x="3641725" y="4116388"/>
          <p14:tracePt t="16380" x="3648075" y="4121150"/>
          <p14:tracePt t="16388" x="3648075" y="4127500"/>
          <p14:tracePt t="16399" x="3648075" y="4132263"/>
          <p14:tracePt t="16405" x="3648075" y="4138613"/>
          <p14:tracePt t="16415" x="3648075" y="4144963"/>
          <p14:tracePt t="16423" x="3648075" y="4149725"/>
          <p14:tracePt t="16544" x="3648075" y="4156075"/>
          <p14:tracePt t="16918" x="3652838" y="4156075"/>
          <p14:tracePt t="16923" x="3665538" y="4156075"/>
          <p14:tracePt t="16926" x="3670300" y="4156075"/>
          <p14:tracePt t="16929" x="3681413" y="4149725"/>
          <p14:tracePt t="16943" x="3744913" y="4138613"/>
          <p14:tracePt t="16957" x="3813175" y="4127500"/>
          <p14:tracePt t="16958" x="3830638" y="4127500"/>
          <p14:tracePt t="16958" x="3830638" y="4121150"/>
          <p14:tracePt t="16964" x="3863975" y="4121150"/>
          <p14:tracePt t="16971" x="3898900" y="4116388"/>
          <p14:tracePt t="16985" x="3978275" y="4110038"/>
          <p14:tracePt t="16986" x="3989388" y="4110038"/>
          <p14:tracePt t="16986" x="3995738" y="4110038"/>
          <p14:tracePt t="16991" x="4017963" y="4105275"/>
          <p14:tracePt t="16998" x="4057650" y="4098925"/>
          <p14:tracePt t="17012" x="4143375" y="4087813"/>
          <p14:tracePt t="17019" x="4183063" y="4081463"/>
          <p14:tracePt t="17033" x="4264025" y="4070350"/>
          <p14:tracePt t="17047" x="4337050" y="4064000"/>
          <p14:tracePt t="17055" x="4376738" y="4059238"/>
          <p14:tracePt t="17056" x="4400550" y="4052888"/>
          <p14:tracePt t="17056" x="4405313" y="4052888"/>
          <p14:tracePt t="17057" x="4411663" y="4052888"/>
          <p14:tracePt t="17061" x="4422775" y="4052888"/>
          <p14:tracePt t="17075" x="4548188" y="4041775"/>
          <p14:tracePt t="17089" x="4702175" y="4024313"/>
          <p14:tracePt t="17096" x="4781550" y="4019550"/>
          <p14:tracePt t="17103" x="4867275" y="4013200"/>
          <p14:tracePt t="17109" x="4975225" y="4006850"/>
          <p14:tracePt t="17116" x="5073650" y="4006850"/>
          <p14:tracePt t="17123" x="5170488" y="4006850"/>
          <p14:tracePt t="17130" x="5272088" y="4006850"/>
          <p14:tracePt t="17137" x="5380038" y="4006850"/>
          <p14:tracePt t="17144" x="5483225" y="4006850"/>
          <p14:tracePt t="17152" x="5568950" y="4006850"/>
          <p14:tracePt t="17158" x="5637213" y="4006850"/>
          <p14:tracePt t="17165" x="5699125" y="4006850"/>
          <p14:tracePt t="17172" x="5745163" y="4006850"/>
          <p14:tracePt t="17182" x="5797550" y="4006850"/>
          <p14:tracePt t="17190" x="5837238" y="4006850"/>
          <p14:tracePt t="17198" x="5853113" y="4006850"/>
          <p14:tracePt t="17206" x="5876925" y="4002088"/>
          <p14:tracePt t="17214" x="5888038" y="3995738"/>
          <p14:tracePt t="17221" x="5899150" y="3995738"/>
          <p14:tracePt t="17228" x="5910263" y="3990975"/>
          <p14:tracePt t="17244" x="5962650" y="3990975"/>
          <p14:tracePt t="17251" x="5991225" y="3984625"/>
          <p14:tracePt t="17257" x="6035675" y="3984625"/>
          <p14:tracePt t="17270" x="6138863" y="3979863"/>
          <p14:tracePt t="17276" x="6218238" y="3973513"/>
          <p14:tracePt t="17283" x="6292850" y="3973513"/>
          <p14:tracePt t="17290" x="6361113" y="3973513"/>
          <p14:tracePt t="17297" x="6418263" y="3967163"/>
          <p14:tracePt t="17304" x="6475413" y="3967163"/>
          <p14:tracePt t="17311" x="6526213" y="3967163"/>
          <p14:tracePt t="17318" x="6565900" y="3962400"/>
          <p14:tracePt t="17325" x="6600825" y="3962400"/>
          <p14:tracePt t="17332" x="6623050" y="3962400"/>
          <p14:tracePt t="17339" x="6645275" y="3962400"/>
          <p14:tracePt t="17346" x="6673850" y="3962400"/>
          <p14:tracePt t="17353" x="6702425" y="3962400"/>
          <p14:tracePt t="17359" x="6731000" y="3962400"/>
          <p14:tracePt t="17367" x="6765925" y="3962400"/>
          <p14:tracePt t="17373" x="6805613" y="3973513"/>
          <p14:tracePt t="17380" x="6851650" y="3984625"/>
          <p14:tracePt t="17387" x="6913563" y="3995738"/>
          <p14:tracePt t="17394" x="6988175" y="4006850"/>
          <p14:tracePt t="17401" x="7062788" y="4024313"/>
          <p14:tracePt t="17408" x="7135813" y="4035425"/>
          <p14:tracePt t="17415" x="7221538" y="4048125"/>
          <p14:tracePt t="17422" x="7285038" y="4052888"/>
          <p14:tracePt t="17429" x="7353300" y="4064000"/>
          <p14:tracePt t="17436" x="7432675" y="4064000"/>
          <p14:tracePt t="17443" x="7507288" y="4076700"/>
          <p14:tracePt t="17450" x="7569200" y="4076700"/>
          <p14:tracePt t="17457" x="7632700" y="4087813"/>
          <p14:tracePt t="17464" x="7677150" y="4087813"/>
          <p14:tracePt t="17471" x="7734300" y="4098925"/>
          <p14:tracePt t="17478" x="7780338" y="4105275"/>
          <p14:tracePt t="17484" x="7820025" y="4110038"/>
          <p14:tracePt t="17492" x="7859713" y="4116388"/>
          <p14:tracePt t="17498" x="7888288" y="4121150"/>
          <p14:tracePt t="17505" x="7912100" y="4127500"/>
          <p14:tracePt t="17512" x="7927975" y="4132263"/>
          <p14:tracePt t="17519" x="7940675" y="4138613"/>
          <p14:tracePt t="17526" x="7945438" y="4138613"/>
          <p14:tracePt t="17533" x="7951788" y="4144963"/>
          <p14:tracePt t="17540" x="7956550" y="4149725"/>
          <p14:tracePt t="17547" x="7962900" y="4156075"/>
          <p14:tracePt t="17561" x="7967663" y="4160838"/>
          <p14:tracePt t="17568" x="7967663" y="4167188"/>
          <p14:tracePt t="17575" x="7967663" y="4173538"/>
          <p14:tracePt t="17623" x="7967663" y="4178300"/>
          <p14:tracePt t="17629" x="7967663" y="4184650"/>
          <p14:tracePt t="17635" x="7967663" y="4189413"/>
          <p14:tracePt t="17637" x="7967663" y="4195763"/>
          <p14:tracePt t="17644" x="7967663" y="4202113"/>
          <p14:tracePt t="17654" x="7967663" y="4206875"/>
          <p14:tracePt t="17674" x="7967663" y="4213225"/>
          <p14:tracePt t="17745" x="7967663" y="4217988"/>
          <p14:tracePt t="17750" x="7962900" y="4217988"/>
          <p14:tracePt t="17750" x="7962900" y="4224338"/>
          <p14:tracePt t="17753" x="7956550" y="4224338"/>
          <p14:tracePt t="17757" x="7951788" y="4224338"/>
          <p14:tracePt t="17770" x="7927975" y="4241800"/>
          <p14:tracePt t="17776" x="7916863" y="4246563"/>
          <p14:tracePt t="17783" x="7905750" y="4252913"/>
          <p14:tracePt t="17790" x="7894638" y="4252913"/>
          <p14:tracePt t="17797" x="7877175" y="4257675"/>
          <p14:tracePt t="17811" x="7854950" y="4270375"/>
          <p14:tracePt t="17818" x="7848600" y="4270375"/>
          <p14:tracePt t="17951" x="7842250" y="4270375"/>
          <p14:tracePt t="17958" x="7837488" y="4270375"/>
          <p14:tracePt t="17959" x="7831138" y="4270375"/>
          <p14:tracePt t="17964" x="7826375" y="4270375"/>
          <p14:tracePt t="17971" x="7802563" y="4252913"/>
          <p14:tracePt t="17985" x="7716838" y="4206875"/>
          <p14:tracePt t="17991" x="7661275" y="4173538"/>
          <p14:tracePt t="17998" x="7597775" y="4127500"/>
          <p14:tracePt t="18005" x="7529513" y="4081463"/>
          <p14:tracePt t="18012" x="7454900" y="4035425"/>
          <p14:tracePt t="18019" x="7397750" y="3990975"/>
          <p14:tracePt t="18026" x="7329488" y="3938588"/>
          <p14:tracePt t="18033" x="7278688" y="3898900"/>
          <p14:tracePt t="18040" x="7227888" y="3859213"/>
          <p14:tracePt t="18047" x="7204075" y="3836988"/>
          <p14:tracePt t="18054" x="7175500" y="3797300"/>
          <p14:tracePt t="18061" x="7153275" y="3762375"/>
          <p14:tracePt t="18068" x="7124700" y="3722688"/>
          <p14:tracePt t="18075" x="7107238" y="3687763"/>
          <p14:tracePt t="18082" x="7091363" y="3654425"/>
          <p14:tracePt t="18088" x="7073900" y="3625850"/>
          <p14:tracePt t="18095" x="7062788" y="3590925"/>
          <p14:tracePt t="18102" x="7056438" y="3557588"/>
          <p14:tracePt t="18109" x="7045325" y="3517900"/>
          <p14:tracePt t="18117" x="7034213" y="3482975"/>
          <p14:tracePt t="18123" x="7027863" y="3454400"/>
          <p14:tracePt t="18130" x="7021513" y="3436938"/>
          <p14:tracePt t="18137" x="7016750" y="3414713"/>
          <p14:tracePt t="18144" x="7005638" y="3392488"/>
          <p14:tracePt t="18151" x="6992938" y="3363913"/>
          <p14:tracePt t="18158" x="6981825" y="3346450"/>
          <p14:tracePt t="18165" x="6977063" y="3317875"/>
          <p14:tracePt t="18172" x="6965950" y="3295650"/>
          <p14:tracePt t="18179" x="6953250" y="3267075"/>
          <p14:tracePt t="18186" x="6953250" y="3238500"/>
          <p14:tracePt t="18193" x="6942138" y="3198813"/>
          <p14:tracePt t="18200" x="6937375" y="3157538"/>
          <p14:tracePt t="18207" x="6924675" y="3117850"/>
          <p14:tracePt t="18214" x="6924675" y="3084513"/>
          <p14:tracePt t="18221" x="6924675" y="3055938"/>
          <p14:tracePt t="18235" x="6919913" y="2998788"/>
          <p14:tracePt t="18242" x="6919913" y="2963863"/>
          <p14:tracePt t="18248" x="6919913" y="2935288"/>
          <p14:tracePt t="18255" x="6919913" y="2906713"/>
          <p14:tracePt t="18271" x="6919913" y="2862263"/>
          <p14:tracePt t="18277" x="6919913" y="2844800"/>
          <p14:tracePt t="18290" x="6924675" y="2805113"/>
          <p14:tracePt t="18297" x="6937375" y="2781300"/>
          <p14:tracePt t="18304" x="6942138" y="2747963"/>
          <p14:tracePt t="18311" x="6948488" y="2708275"/>
          <p14:tracePt t="18318" x="6953250" y="2673350"/>
          <p14:tracePt t="18325" x="6959600" y="2633663"/>
          <p14:tracePt t="18332" x="6970713" y="2600325"/>
          <p14:tracePt t="18338" x="6977063" y="2571750"/>
          <p14:tracePt t="18345" x="6988175" y="2536825"/>
          <p14:tracePt t="18353" x="6992938" y="2514600"/>
          <p14:tracePt t="18359" x="7005638" y="2490788"/>
          <p14:tracePt t="18367" x="7005638" y="2474913"/>
          <p14:tracePt t="18374" x="7010400" y="2457450"/>
          <p14:tracePt t="18384" x="7016750" y="2433638"/>
          <p14:tracePt t="18392" x="7016750" y="2422525"/>
          <p14:tracePt t="18400" x="7021513" y="2400300"/>
          <p14:tracePt t="18407" x="7027863" y="2376488"/>
          <p14:tracePt t="18414" x="7034213" y="2354263"/>
          <p14:tracePt t="18421" x="7045325" y="2325688"/>
          <p14:tracePt t="18426" x="7050088" y="2308225"/>
          <p14:tracePt t="18433" x="7056438" y="2292350"/>
          <p14:tracePt t="18441" x="7062788" y="2268538"/>
          <p14:tracePt t="18450" x="7078663" y="2246313"/>
          <p14:tracePt t="18457" x="7085013" y="2235200"/>
          <p14:tracePt t="18464" x="7096125" y="2222500"/>
          <p14:tracePt t="18471" x="7107238" y="2211388"/>
          <p14:tracePt t="18478" x="7118350" y="2200275"/>
          <p14:tracePt t="18485" x="7124700" y="2195513"/>
          <p14:tracePt t="18492" x="7142163" y="2189163"/>
          <p14:tracePt t="18498" x="7153275" y="2178050"/>
          <p14:tracePt t="18505" x="7164388" y="2171700"/>
          <p14:tracePt t="18512" x="7181850" y="2166938"/>
          <p14:tracePt t="18519" x="7199313" y="2160588"/>
          <p14:tracePt t="18526" x="7216775" y="2149475"/>
          <p14:tracePt t="18533" x="7239000" y="2143125"/>
          <p14:tracePt t="18541" x="7261225" y="2138363"/>
          <p14:tracePt t="18547" x="7289800" y="2132013"/>
          <p14:tracePt t="18554" x="7318375" y="2125663"/>
          <p14:tracePt t="18561" x="7346950" y="2120900"/>
          <p14:tracePt t="18568" x="7381875" y="2114550"/>
          <p14:tracePt t="18575" x="7421563" y="2109788"/>
          <p14:tracePt t="18582" x="7454900" y="2109788"/>
          <p14:tracePt t="18589" x="7494588" y="2109788"/>
          <p14:tracePt t="18596" x="7523163" y="2109788"/>
          <p14:tracePt t="18603" x="7558088" y="2109788"/>
          <p14:tracePt t="18610" x="7597775" y="2109788"/>
          <p14:tracePt t="18617" x="7632700" y="2109788"/>
          <p14:tracePt t="18623" x="7654925" y="2109788"/>
          <p14:tracePt t="18630" x="7689850" y="2109788"/>
          <p14:tracePt t="18637" x="7723188" y="2114550"/>
          <p14:tracePt t="18644" x="7769225" y="2114550"/>
          <p14:tracePt t="18651" x="7815263" y="2120900"/>
          <p14:tracePt t="18658" x="7866063" y="2120900"/>
          <p14:tracePt t="18665" x="7923213" y="2125663"/>
          <p14:tracePt t="18672" x="7980363" y="2132013"/>
          <p14:tracePt t="18679" x="8053388" y="2143125"/>
          <p14:tracePt t="18686" x="8121650" y="2166938"/>
          <p14:tracePt t="18693" x="8178800" y="2178050"/>
          <p14:tracePt t="18700" x="8242300" y="2200275"/>
          <p14:tracePt t="18707" x="8288338" y="2211388"/>
          <p14:tracePt t="18714" x="8332788" y="2228850"/>
          <p14:tracePt t="18721" x="8385175" y="2251075"/>
          <p14:tracePt t="18727" x="8440738" y="2286000"/>
          <p14:tracePt t="18735" x="8510588" y="2314575"/>
          <p14:tracePt t="18742" x="8601075" y="2360613"/>
          <p14:tracePt t="18749" x="8675688" y="2405063"/>
          <p14:tracePt t="18755" x="8743950" y="2446338"/>
          <p14:tracePt t="18762" x="8816975" y="2486025"/>
          <p14:tracePt t="18769" x="8874125" y="2530475"/>
          <p14:tracePt t="18776" x="8942388" y="2582863"/>
          <p14:tracePt t="18783" x="9005888" y="2640013"/>
          <p14:tracePt t="18790" x="9056688" y="2690813"/>
          <p14:tracePt t="18797" x="9109075" y="2747963"/>
          <p14:tracePt t="18804" x="9153525" y="2816225"/>
          <p14:tracePt t="18811" x="9188450" y="2884488"/>
          <p14:tracePt t="18818" x="9228138" y="2941638"/>
          <p14:tracePt t="18825" x="9250363" y="3003550"/>
          <p14:tracePt t="18832" x="9274175" y="3055938"/>
          <p14:tracePt t="18846" x="9296400" y="3146425"/>
          <p14:tracePt t="18853" x="9296400" y="3181350"/>
          <p14:tracePt t="18860" x="9302750" y="3209925"/>
          <p14:tracePt t="18867" x="9302750" y="3232150"/>
          <p14:tracePt t="18873" x="9302750" y="3254375"/>
          <p14:tracePt t="18881" x="9302750" y="3271838"/>
          <p14:tracePt t="18887" x="9302750" y="3295650"/>
          <p14:tracePt t="18901" x="9296400" y="3328988"/>
          <p14:tracePt t="18908" x="9285288" y="3352800"/>
          <p14:tracePt t="18915" x="9278938" y="3368675"/>
          <p14:tracePt t="18929" x="9245600" y="3421063"/>
          <p14:tracePt t="18936" x="9221788" y="3454400"/>
          <p14:tracePt t="18943" x="9188450" y="3494088"/>
          <p14:tracePt t="18950" x="9153525" y="3533775"/>
          <p14:tracePt t="18957" x="9113838" y="3568700"/>
          <p14:tracePt t="18964" x="9074150" y="3603625"/>
          <p14:tracePt t="18978" x="8999538" y="3643313"/>
          <p14:tracePt t="18989" x="8955088" y="3654425"/>
          <p14:tracePt t="18998" x="8926513" y="3659188"/>
          <p14:tracePt t="19007" x="8909050" y="3659188"/>
          <p14:tracePt t="19015" x="8891588" y="3659188"/>
          <p14:tracePt t="19023" x="8874125" y="3659188"/>
          <p14:tracePt t="19028" x="8858250" y="3659188"/>
          <p14:tracePt t="19042" x="8834438" y="3659188"/>
          <p14:tracePt t="19051" x="8812213" y="3648075"/>
          <p14:tracePt t="19052" x="8805863" y="3648075"/>
          <p14:tracePt t="19053" x="8805863" y="3643313"/>
          <p14:tracePt t="19054" x="8801100" y="3643313"/>
          <p14:tracePt t="19054" x="8794750" y="3636963"/>
          <p14:tracePt t="19056" x="8788400" y="3636963"/>
          <p14:tracePt t="19062" x="8772525" y="3630613"/>
          <p14:tracePt t="19075" x="8691563" y="3590925"/>
          <p14:tracePt t="19082" x="8607425" y="3551238"/>
          <p14:tracePt t="19096" x="8482013" y="3489325"/>
          <p14:tracePt t="19103" x="8418513" y="3454400"/>
          <p14:tracePt t="19109" x="8367713" y="3414713"/>
          <p14:tracePt t="19116" x="8315325" y="3375025"/>
          <p14:tracePt t="19123" x="8264525" y="3328988"/>
          <p14:tracePt t="19130" x="8224838" y="3282950"/>
          <p14:tracePt t="19137" x="8189913" y="3232150"/>
          <p14:tracePt t="19145" x="8156575" y="3186113"/>
          <p14:tracePt t="19158" x="8110538" y="3095625"/>
          <p14:tracePt t="19165" x="8099425" y="3067050"/>
          <p14:tracePt t="19172" x="8088313" y="3044825"/>
          <p14:tracePt t="19179" x="8077200" y="3016250"/>
          <p14:tracePt t="19186" x="8066088" y="2992438"/>
          <p14:tracePt t="19193" x="8053388" y="2981325"/>
          <p14:tracePt t="19200" x="8042275" y="2970213"/>
          <p14:tracePt t="19207" x="8037513" y="2959100"/>
          <p14:tracePt t="19215" x="8031163" y="2959100"/>
          <p14:tracePt t="19221" x="8031163" y="2947988"/>
          <p14:tracePt t="19227" x="8020050" y="2947988"/>
          <p14:tracePt t="19235" x="8013700" y="2947988"/>
          <p14:tracePt t="19241" x="8008938" y="2941638"/>
          <p14:tracePt t="19248" x="8002588" y="2941638"/>
          <p14:tracePt t="19256" x="7996238" y="2935288"/>
          <p14:tracePt t="19264" x="7991475" y="2935288"/>
          <p14:tracePt t="19339" x="7991475" y="2930525"/>
          <p14:tracePt t="19341" x="7991475" y="2924175"/>
          <p14:tracePt t="19345" x="7991475" y="2919413"/>
          <p14:tracePt t="19352" x="7991475" y="2906713"/>
          <p14:tracePt t="19367" x="7991475" y="2890838"/>
          <p14:tracePt t="19375" x="7991475" y="2884488"/>
          <p14:tracePt t="19380" x="7991475" y="2878138"/>
          <p14:tracePt t="19395" x="8008938" y="2862263"/>
          <p14:tracePt t="19408" x="8031163" y="2838450"/>
          <p14:tracePt t="19415" x="8053388" y="2827338"/>
          <p14:tracePt t="19422" x="8066088" y="2809875"/>
          <p14:tracePt t="19429" x="8081963" y="2798763"/>
          <p14:tracePt t="19436" x="8099425" y="2794000"/>
          <p14:tracePt t="19443" x="8121650" y="2781300"/>
          <p14:tracePt t="19450" x="8145463" y="2770188"/>
          <p14:tracePt t="19457" x="8174038" y="2759075"/>
          <p14:tracePt t="19464" x="8202613" y="2741613"/>
          <p14:tracePt t="19478" x="8259763" y="2725738"/>
          <p14:tracePt t="19485" x="8288338" y="2719388"/>
          <p14:tracePt t="19492" x="8304213" y="2719388"/>
          <p14:tracePt t="19506" x="8350250" y="2708275"/>
          <p14:tracePt t="19519" x="8378825" y="2708275"/>
          <p14:tracePt t="19526" x="8385175" y="2708275"/>
          <p14:tracePt t="19558" x="8389938" y="2708275"/>
          <p14:tracePt t="19563" x="8396288" y="2713038"/>
          <p14:tracePt t="19568" x="8401050" y="2719388"/>
          <p14:tracePt t="19575" x="8413750" y="2730500"/>
          <p14:tracePt t="19582" x="8435975" y="2752725"/>
          <p14:tracePt t="19589" x="8458200" y="2776538"/>
          <p14:tracePt t="19603" x="8539163" y="2844800"/>
          <p14:tracePt t="19610" x="8578850" y="2878138"/>
          <p14:tracePt t="19624" x="8664575" y="2959100"/>
          <p14:tracePt t="19637" x="8748713" y="3027363"/>
          <p14:tracePt t="19644" x="8772525" y="3055938"/>
          <p14:tracePt t="19651" x="8788400" y="3078163"/>
          <p14:tracePt t="19658" x="8805863" y="3095625"/>
          <p14:tracePt t="19666" x="8812213" y="3113088"/>
          <p14:tracePt t="19679" x="8816975" y="3135313"/>
          <p14:tracePt t="19686" x="8829675" y="3152775"/>
          <p14:tracePt t="19693" x="8829675" y="3163888"/>
          <p14:tracePt t="19700" x="8834438" y="3181350"/>
          <p14:tracePt t="19707" x="8840788" y="3192463"/>
          <p14:tracePt t="19714" x="8845550" y="3203575"/>
          <p14:tracePt t="19715" x="8845550" y="3209925"/>
          <p14:tracePt t="19722" x="8851900" y="3227388"/>
          <p14:tracePt t="19727" x="8858250" y="3232150"/>
          <p14:tracePt t="19734" x="8869363" y="3254375"/>
          <p14:tracePt t="19741" x="8886825" y="3278188"/>
          <p14:tracePt t="19748" x="8897938" y="3306763"/>
          <p14:tracePt t="19755" x="8913813" y="3328988"/>
          <p14:tracePt t="19762" x="8920163" y="3357563"/>
          <p14:tracePt t="19770" x="8931275" y="3379788"/>
          <p14:tracePt t="19776" x="8937625" y="3408363"/>
          <p14:tracePt t="19783" x="8937625" y="3432175"/>
          <p14:tracePt t="19790" x="8937625" y="3460750"/>
          <p14:tracePt t="19805" x="8937625" y="3511550"/>
          <p14:tracePt t="19805" x="8931275" y="3522663"/>
          <p14:tracePt t="19811" x="8926513" y="3546475"/>
          <p14:tracePt t="19818" x="8909050" y="3575050"/>
          <p14:tracePt t="19825" x="8897938" y="3603625"/>
          <p14:tracePt t="19832" x="8886825" y="3619500"/>
          <p14:tracePt t="19839" x="8869363" y="3630613"/>
          <p14:tracePt t="19846" x="8858250" y="3643313"/>
          <p14:tracePt t="19847" x="8858250" y="3648075"/>
          <p14:tracePt t="19852" x="8845550" y="3648075"/>
          <p14:tracePt t="19859" x="8829675" y="3659188"/>
          <p14:tracePt t="19866" x="8816975" y="3665538"/>
          <p14:tracePt t="19873" x="8801100" y="3676650"/>
          <p14:tracePt t="19880" x="8783638" y="3683000"/>
          <p14:tracePt t="19887" x="8766175" y="3687763"/>
          <p14:tracePt t="19894" x="8755063" y="3694113"/>
          <p14:tracePt t="19901" x="8743950" y="3705225"/>
          <p14:tracePt t="19908" x="8726488" y="3705225"/>
          <p14:tracePt t="19922" x="8680450" y="3722688"/>
          <p14:tracePt t="19929" x="8658225" y="3733800"/>
          <p14:tracePt t="19936" x="8629650" y="3744913"/>
          <p14:tracePt t="19943" x="8601075" y="3756025"/>
          <p14:tracePt t="19957" x="8543925" y="3768725"/>
          <p14:tracePt t="19964" x="8515350" y="3779838"/>
          <p14:tracePt t="19971" x="8486775" y="3784600"/>
          <p14:tracePt t="19978" x="8453438" y="3797300"/>
          <p14:tracePt t="19985" x="8424863" y="3802063"/>
          <p14:tracePt t="19992" x="8396288" y="3813175"/>
          <p14:tracePt t="19999" x="8372475" y="3825875"/>
          <p14:tracePt t="20005" x="8350250" y="3830638"/>
          <p14:tracePt t="20012" x="8332788" y="3841750"/>
          <p14:tracePt t="20020" x="8310563" y="3848100"/>
          <p14:tracePt t="20026" x="8288338" y="3859213"/>
          <p14:tracePt t="20040" x="8235950" y="3881438"/>
          <p14:tracePt t="20047" x="8213725" y="3894138"/>
          <p14:tracePt t="20054" x="8178800" y="3910013"/>
          <p14:tracePt t="20061" x="8162925" y="3916363"/>
          <p14:tracePt t="20068" x="8139113" y="3933825"/>
          <p14:tracePt t="20083" x="8099425" y="3956050"/>
          <p14:tracePt t="20092" x="8070850" y="3973513"/>
          <p14:tracePt t="20101" x="8042275" y="3990975"/>
          <p14:tracePt t="20109" x="8020050" y="4002088"/>
          <p14:tracePt t="20116" x="8002588" y="4013200"/>
          <p14:tracePt t="20123" x="7985125" y="4024313"/>
          <p14:tracePt t="20128" x="7974013" y="4035425"/>
          <p14:tracePt t="20134" x="7962900" y="4041775"/>
          <p14:tracePt t="20140" x="7945438" y="4052888"/>
          <p14:tracePt t="20150" x="7916863" y="4070350"/>
          <p14:tracePt t="20156" x="7894638" y="4081463"/>
          <p14:tracePt t="20163" x="7870825" y="4092575"/>
          <p14:tracePt t="20168" x="7848600" y="4105275"/>
          <p14:tracePt t="20174" x="7831138" y="4110038"/>
          <p14:tracePt t="20180" x="7808913" y="4121150"/>
          <p14:tracePt t="20186" x="7780338" y="4127500"/>
          <p14:tracePt t="20193" x="7751763" y="4138613"/>
          <p14:tracePt t="20200" x="7716838" y="4149725"/>
          <p14:tracePt t="20207" x="7694613" y="4160838"/>
          <p14:tracePt t="20214" x="7661275" y="4167188"/>
          <p14:tracePt t="20221" x="7632700" y="4184650"/>
          <p14:tracePt t="20228" x="7615238" y="4189413"/>
          <p14:tracePt t="20235" x="7597775" y="4195763"/>
          <p14:tracePt t="20242" x="7586663" y="4206875"/>
          <p14:tracePt t="20249" x="7580313" y="4213225"/>
          <p14:tracePt t="20257" x="7569200" y="4217988"/>
          <p14:tracePt t="20270" x="7558088" y="4224338"/>
          <p14:tracePt t="20276" x="7558088" y="4230688"/>
          <p14:tracePt t="20293" x="7551738" y="4235450"/>
          <p14:tracePt t="20300" x="7551738" y="4241800"/>
          <p14:tracePt t="20302" x="7546975" y="4241800"/>
          <p14:tracePt t="20305" x="7546975" y="4246563"/>
          <p14:tracePt t="20311" x="7540625" y="4252913"/>
          <p14:tracePt t="20318" x="7529513" y="4264025"/>
          <p14:tracePt t="20325" x="7523163" y="4281488"/>
          <p14:tracePt t="20332" x="7518400" y="4286250"/>
          <p14:tracePt t="20338" x="7512050" y="4292600"/>
          <p14:tracePt t="20345" x="7507288" y="4303713"/>
          <p14:tracePt t="20353" x="7500938" y="4310063"/>
          <p14:tracePt t="20360" x="7489825" y="4314825"/>
          <p14:tracePt t="20366" x="7489825" y="4327525"/>
          <p14:tracePt t="20373" x="7483475" y="4332288"/>
          <p14:tracePt t="20380" x="7478713" y="4332288"/>
          <p14:tracePt t="20387" x="7478713" y="4338638"/>
          <p14:tracePt t="20396" x="7472363" y="4338638"/>
          <p14:tracePt t="20401" x="7472363" y="4343400"/>
          <p14:tracePt t="20408" x="7467600" y="4343400"/>
          <p14:tracePt t="20416" x="7467600" y="4349750"/>
          <p14:tracePt t="20430" x="7467600" y="4356100"/>
          <p14:tracePt t="20432" x="7461250" y="4356100"/>
          <p14:tracePt t="20437" x="7461250" y="4360863"/>
          <p14:tracePt t="20443" x="7454900" y="4360863"/>
          <p14:tracePt t="20450" x="7454900" y="4371975"/>
          <p14:tracePt t="20457" x="7450138" y="4378325"/>
          <p14:tracePt t="20464" x="7443788" y="4383088"/>
          <p14:tracePt t="20471" x="7439025" y="4395788"/>
          <p14:tracePt t="20477" x="7432675" y="4406900"/>
          <p14:tracePt t="20484" x="7426325" y="4411663"/>
          <p14:tracePt t="20492" x="7415213" y="4424363"/>
          <p14:tracePt t="20499" x="7415213" y="4435475"/>
          <p14:tracePt t="20505" x="7404100" y="4446588"/>
          <p14:tracePt t="20512" x="7404100" y="4457700"/>
          <p14:tracePt t="20519" x="7392988" y="4468813"/>
          <p14:tracePt t="20526" x="7386638" y="4486275"/>
          <p14:tracePt t="20533" x="7375525" y="4497388"/>
          <p14:tracePt t="20540" x="7369175" y="4514850"/>
          <p14:tracePt t="20547" x="7364413" y="4525963"/>
          <p14:tracePt t="20554" x="7358063" y="4543425"/>
          <p14:tracePt t="20561" x="7353300" y="4554538"/>
          <p14:tracePt t="20568" x="7346950" y="4565650"/>
          <p14:tracePt t="20575" x="7346950" y="4578350"/>
          <p14:tracePt t="20582" x="7346950" y="4589463"/>
          <p14:tracePt t="20589" x="7346950" y="4606925"/>
          <p14:tracePt t="20596" x="7342188" y="4618038"/>
          <p14:tracePt t="20603" x="7342188" y="4629150"/>
          <p14:tracePt t="20610" x="7342188" y="4640263"/>
          <p14:tracePt t="20617" x="7342188" y="4646613"/>
          <p14:tracePt t="20624" x="7342188" y="4657725"/>
          <p14:tracePt t="20631" x="7342188" y="4668838"/>
          <p14:tracePt t="20637" x="7342188" y="4679950"/>
          <p14:tracePt t="20644" x="7342188" y="4697413"/>
          <p14:tracePt t="20658" x="7335838" y="4719638"/>
          <p14:tracePt t="20665" x="7335838" y="4732338"/>
          <p14:tracePt t="20672" x="7335838" y="4743450"/>
          <p14:tracePt t="20679" x="7329488" y="4748213"/>
          <p14:tracePt t="20686" x="7329488" y="4754563"/>
          <p14:tracePt t="20696" x="7324725" y="4765675"/>
          <p14:tracePt t="20705" x="7324725" y="4776788"/>
          <p14:tracePt t="20713" x="7318375" y="4794250"/>
          <p14:tracePt t="20721" x="7318375" y="4800600"/>
          <p14:tracePt t="20727" x="7318375" y="4811713"/>
          <p14:tracePt t="20734" x="7318375" y="4822825"/>
          <p14:tracePt t="20740" x="7313613" y="4833938"/>
          <p14:tracePt t="20746" x="7313613" y="4840288"/>
          <p14:tracePt t="20752" x="7307263" y="4845050"/>
          <p14:tracePt t="20762" x="7300913" y="4862513"/>
          <p14:tracePt t="20771" x="7300913" y="4879975"/>
          <p14:tracePt t="20777" x="7300913" y="4891088"/>
          <p14:tracePt t="20783" x="7300913" y="4902200"/>
          <p14:tracePt t="20790" x="7296150" y="4913313"/>
          <p14:tracePt t="20797" x="7296150" y="4926013"/>
          <p14:tracePt t="20804" x="7289800" y="4930775"/>
          <p14:tracePt t="20811" x="7289800" y="4937125"/>
          <p14:tracePt t="20818" x="7289800" y="4948238"/>
          <p14:tracePt t="20826" x="7289800" y="4954588"/>
          <p14:tracePt t="20835" x="7289800" y="4959350"/>
          <p14:tracePt t="20890" x="7289800" y="4965700"/>
          <p14:tracePt t="20920" x="7289800" y="4970463"/>
          <p14:tracePt t="20923" x="7289800" y="4976813"/>
          <p14:tracePt t="20929" x="7289800" y="4983163"/>
          <p14:tracePt t="20936" x="7289800" y="4987925"/>
          <p14:tracePt t="20943" x="7289800" y="4994275"/>
          <p14:tracePt t="20950" x="7289800" y="4999038"/>
          <p14:tracePt t="20957" x="7285038" y="5005388"/>
          <p14:tracePt t="20963" x="7285038" y="5011738"/>
          <p14:tracePt t="20970" x="7278688" y="5022850"/>
          <p14:tracePt t="20977" x="7278688" y="5027613"/>
          <p14:tracePt t="20984" x="7278688" y="5038725"/>
          <p14:tracePt t="20991" x="7272338" y="5045075"/>
          <p14:tracePt t="20998" x="7272338" y="5051425"/>
          <p14:tracePt t="21005" x="7272338" y="5056188"/>
          <p14:tracePt t="21021" x="7272338" y="5062538"/>
          <p14:tracePt t="21022" x="7267575" y="5062538"/>
          <p14:tracePt t="21035" x="7267575" y="5067300"/>
          <p14:tracePt t="21049" x="7267575" y="5073650"/>
          <p14:tracePt t="21050" x="7261225" y="5073650"/>
          <p14:tracePt t="21062" x="7256463" y="5073650"/>
          <p14:tracePt t="21063" x="7256463" y="5080000"/>
          <p14:tracePt t="21070" x="7250113" y="5080000"/>
          <p14:tracePt t="21075" x="7250113" y="5084763"/>
          <p14:tracePt t="21082" x="7250113" y="5091113"/>
          <p14:tracePt t="21088" x="7243763" y="5091113"/>
          <p14:tracePt t="21095" x="7239000" y="5095875"/>
          <p14:tracePt t="21104" x="7232650" y="5095875"/>
          <p14:tracePt t="21156" x="7232650" y="5091113"/>
          <p14:tracePt t="21158" x="7227888" y="5084763"/>
          <p14:tracePt t="21165" x="7227888" y="5062538"/>
          <p14:tracePt t="21172" x="7221538" y="5045075"/>
          <p14:tracePt t="21179" x="7216775" y="5016500"/>
          <p14:tracePt t="21186" x="7210425" y="4983163"/>
          <p14:tracePt t="21193" x="7210425" y="4959350"/>
          <p14:tracePt t="21207" x="7192963" y="4886325"/>
          <p14:tracePt t="21214" x="7192963" y="4840288"/>
          <p14:tracePt t="21221" x="7188200" y="4787900"/>
          <p14:tracePt t="21228" x="7181850" y="4725988"/>
          <p14:tracePt t="21235" x="7181850" y="4662488"/>
          <p14:tracePt t="21241" x="7181850" y="4600575"/>
          <p14:tracePt t="21249" x="7188200" y="4532313"/>
          <p14:tracePt t="21256" x="7204075" y="4468813"/>
          <p14:tracePt t="21270" x="7256463" y="4332288"/>
          <p14:tracePt t="21277" x="7296150" y="4257675"/>
          <p14:tracePt t="21283" x="7335838" y="4195763"/>
          <p14:tracePt t="21291" x="7369175" y="4144963"/>
          <p14:tracePt t="21297" x="7410450" y="4092575"/>
          <p14:tracePt t="21304" x="7454900" y="4052888"/>
          <p14:tracePt t="21311" x="7500938" y="4019550"/>
          <p14:tracePt t="21318" x="7540625" y="3995738"/>
          <p14:tracePt t="21325" x="7580313" y="3984625"/>
          <p14:tracePt t="21332" x="7626350" y="3979863"/>
          <p14:tracePt t="21339" x="7677150" y="3973513"/>
          <p14:tracePt t="21346" x="7723188" y="3973513"/>
          <p14:tracePt t="21353" x="7773988" y="3973513"/>
          <p14:tracePt t="21359" x="7831138" y="3984625"/>
          <p14:tracePt t="21367" x="7894638" y="3995738"/>
          <p14:tracePt t="21374" x="7956550" y="4019550"/>
          <p14:tracePt t="21381" x="8031163" y="4035425"/>
          <p14:tracePt t="21388" x="8093075" y="4064000"/>
          <p14:tracePt t="21395" x="8174038" y="4098925"/>
          <p14:tracePt t="21396" x="8202613" y="4110038"/>
          <p14:tracePt t="21397" x="8218488" y="4116388"/>
          <p14:tracePt t="21397" x="8231188" y="4121150"/>
          <p14:tracePt t="21401" x="8264525" y="4138613"/>
          <p14:tracePt t="21408" x="8343900" y="4178300"/>
          <p14:tracePt t="21415" x="8401050" y="4213225"/>
          <p14:tracePt t="21422" x="8458200" y="4241800"/>
          <p14:tracePt t="21429" x="8497888" y="4281488"/>
          <p14:tracePt t="21436" x="8532813" y="4314825"/>
          <p14:tracePt t="21443" x="8550275" y="4349750"/>
          <p14:tracePt t="21457" x="8555038" y="4424363"/>
          <p14:tracePt t="21464" x="8555038" y="4468813"/>
          <p14:tracePt t="21471" x="8532813" y="4521200"/>
          <p14:tracePt t="21477" x="8504238" y="4572000"/>
          <p14:tracePt t="21484" x="8464550" y="4622800"/>
          <p14:tracePt t="21491" x="8407400" y="4691063"/>
          <p14:tracePt t="21498" x="8339138" y="4760913"/>
          <p14:tracePt t="21505" x="8264525" y="4816475"/>
          <p14:tracePt t="21512" x="8189913" y="4868863"/>
          <p14:tracePt t="21519" x="8121650" y="4902200"/>
          <p14:tracePt t="21526" x="8048625" y="4930775"/>
          <p14:tracePt t="21533" x="7991475" y="4948238"/>
          <p14:tracePt t="21540" x="7923213" y="4959350"/>
          <p14:tracePt t="21547" x="7859713" y="4976813"/>
          <p14:tracePt t="21554" x="7802563" y="4987925"/>
          <p14:tracePt t="21561" x="7745413" y="4987925"/>
          <p14:tracePt t="21568" x="7694613" y="4994275"/>
          <p14:tracePt t="21575" x="7643813" y="4999038"/>
          <p14:tracePt t="21582" x="7604125" y="4999038"/>
          <p14:tracePt t="21589" x="7569200" y="4999038"/>
          <p14:tracePt t="21596" x="7546975" y="4999038"/>
          <p14:tracePt t="21602" x="7518400" y="4999038"/>
          <p14:tracePt t="21610" x="7507288" y="4987925"/>
          <p14:tracePt t="21616" x="7489825" y="4976813"/>
          <p14:tracePt t="21623" x="7478713" y="4965700"/>
          <p14:tracePt t="21630" x="7467600" y="4941888"/>
          <p14:tracePt t="21637" x="7454900" y="4919663"/>
          <p14:tracePt t="21644" x="7443788" y="4886325"/>
          <p14:tracePt t="21651" x="7432675" y="4833938"/>
          <p14:tracePt t="21658" x="7426325" y="4787900"/>
          <p14:tracePt t="21665" x="7415213" y="4748213"/>
          <p14:tracePt t="21672" x="7415213" y="4703763"/>
          <p14:tracePt t="21679" x="7415213" y="4646613"/>
          <p14:tracePt t="21686" x="7415213" y="4594225"/>
          <p14:tracePt t="21693" x="7415213" y="4537075"/>
          <p14:tracePt t="21700" x="7421563" y="4475163"/>
          <p14:tracePt t="21707" x="7439025" y="4411663"/>
          <p14:tracePt t="21714" x="7461250" y="4338638"/>
          <p14:tracePt t="21728" x="7529513" y="4224338"/>
          <p14:tracePt t="21742" x="7626350" y="4121150"/>
          <p14:tracePt t="21756" x="7751763" y="4024313"/>
          <p14:tracePt t="21770" x="7899400" y="3944938"/>
          <p14:tracePt t="21771" x="7927975" y="3944938"/>
          <p14:tracePt t="21771" x="7940675" y="3933825"/>
          <p14:tracePt t="21783" x="8099425" y="3887788"/>
          <p14:tracePt t="21790" x="8207375" y="3859213"/>
          <p14:tracePt t="21804" x="8458200" y="3825875"/>
          <p14:tracePt t="21818" x="8720138" y="3808413"/>
          <p14:tracePt t="21832" x="8931275" y="3808413"/>
          <p14:tracePt t="21833" x="8959850" y="3808413"/>
          <p14:tracePt t="21834" x="8966200" y="3808413"/>
          <p14:tracePt t="21846" x="9056688" y="3830638"/>
          <p14:tracePt t="21860" x="9113838" y="3859213"/>
          <p14:tracePt t="21874" x="9120188" y="3887788"/>
          <p14:tracePt t="21888" x="9120188" y="3938588"/>
          <p14:tracePt t="21902" x="9085263" y="4013200"/>
          <p14:tracePt t="21915" x="9034463" y="4092575"/>
          <p14:tracePt t="21922" x="9012238" y="4132263"/>
          <p14:tracePt t="21936" x="8942388" y="4213225"/>
          <p14:tracePt t="21950" x="8880475" y="4270375"/>
          <p14:tracePt t="21957" x="8851900" y="4292600"/>
          <p14:tracePt t="21971" x="8812213" y="4314825"/>
          <p14:tracePt t="21977" x="8794750" y="4327525"/>
          <p14:tracePt t="21992" x="8766175" y="4338638"/>
          <p14:tracePt t="21992" x="8761413" y="4338638"/>
          <p14:tracePt t="21999" x="8755063" y="4338638"/>
          <p14:tracePt t="22000" x="8748713" y="4343400"/>
          <p14:tracePt t="22001" x="8743950" y="4343400"/>
          <p14:tracePt t="22013" x="8720138" y="4349750"/>
          <p14:tracePt t="22027" x="8680450" y="4367213"/>
          <p14:tracePt t="22028" x="8664575" y="4371975"/>
          <p14:tracePt t="22033" x="8640763" y="4378325"/>
          <p14:tracePt t="22048" x="8550275" y="4406900"/>
          <p14:tracePt t="22049" x="8532813" y="4411663"/>
          <p14:tracePt t="22061" x="8453438" y="4429125"/>
          <p14:tracePt t="22075" x="8343900" y="4457700"/>
          <p14:tracePt t="22089" x="8253413" y="4468813"/>
          <p14:tracePt t="22096" x="8218488" y="4481513"/>
          <p14:tracePt t="22110" x="8162925" y="4486275"/>
          <p14:tracePt t="22117" x="8139113" y="4492625"/>
          <p14:tracePt t="22131" x="8121650" y="4497388"/>
          <p14:tracePt t="22184" x="8116888" y="4497388"/>
          <p14:tracePt t="22194" x="8110538" y="4503738"/>
          <p14:tracePt t="22199" x="8105775" y="4503738"/>
          <p14:tracePt t="22203" x="8093075" y="4508500"/>
          <p14:tracePt t="22208" x="8088313" y="4508500"/>
          <p14:tracePt t="22209" x="8081963" y="4508500"/>
          <p14:tracePt t="22210" x="8077200" y="4508500"/>
          <p14:tracePt t="22221" x="8048625" y="4514850"/>
          <p14:tracePt t="22235" x="7980363" y="4514850"/>
          <p14:tracePt t="22249" x="7883525" y="4525963"/>
          <p14:tracePt t="22271" x="7689850" y="4537075"/>
          <p14:tracePt t="22290" x="7512050" y="4549775"/>
          <p14:tracePt t="22297" x="7472363" y="4549775"/>
          <p14:tracePt t="22304" x="7404100" y="4549775"/>
          <p14:tracePt t="22311" x="7342188" y="4554538"/>
          <p14:tracePt t="22318" x="7261225" y="4565650"/>
          <p14:tracePt t="22325" x="7164388" y="4583113"/>
          <p14:tracePt t="22332" x="7056438" y="4600575"/>
          <p14:tracePt t="22339" x="6873875" y="4646613"/>
          <p14:tracePt t="22346" x="6719888" y="4675188"/>
          <p14:tracePt t="22354" x="6451600" y="4732338"/>
          <p14:tracePt t="22363" x="6110288" y="4800600"/>
          <p14:tracePt t="22371" x="5784850" y="4862513"/>
          <p14:tracePt t="22378" x="5448300" y="4913313"/>
          <p14:tracePt t="22385" x="5113338" y="4976813"/>
          <p14:tracePt t="22392" x="4816475" y="5016500"/>
          <p14:tracePt t="22399" x="4451350" y="5038725"/>
          <p14:tracePt t="22407" x="4211638" y="5038725"/>
          <p14:tracePt t="22416" x="3932238" y="5016500"/>
          <p14:tracePt t="22427" x="3676650" y="4983163"/>
          <p14:tracePt t="22434" x="3487738" y="4965700"/>
          <p14:tracePt t="22440" x="3346450" y="4954588"/>
          <p14:tracePt t="22446" x="3221038" y="4941888"/>
          <p14:tracePt t="22453" x="3067050" y="4930775"/>
          <p14:tracePt t="22459" x="2884488" y="4902200"/>
          <p14:tracePt t="22466" x="2735263" y="4873625"/>
          <p14:tracePt t="22471" x="2581275" y="4833938"/>
          <p14:tracePt t="22478" x="2405063" y="4783138"/>
          <p14:tracePt t="22484" x="2233613" y="4719638"/>
          <p14:tracePt t="22491" x="2085975" y="4668838"/>
          <p14:tracePt t="22498" x="1938338" y="4606925"/>
          <p14:tracePt t="22506" x="1841500" y="4549775"/>
          <p14:tracePt t="22513" x="1755775" y="4497388"/>
          <p14:tracePt t="22519" x="1687513" y="4446588"/>
          <p14:tracePt t="22526" x="1641475" y="4411663"/>
          <p14:tracePt t="22533" x="1612900" y="4371975"/>
          <p14:tracePt t="22541" x="1595438" y="4338638"/>
          <p14:tracePt t="22542" x="1590675" y="4327525"/>
          <p14:tracePt t="22543" x="1590675" y="4321175"/>
          <p14:tracePt t="22543" x="1584325" y="4314825"/>
          <p14:tracePt t="22547" x="1584325" y="4303713"/>
          <p14:tracePt t="22554" x="1573213" y="4281488"/>
          <p14:tracePt t="22561" x="1566863" y="4257675"/>
          <p14:tracePt t="22575" x="1562100" y="4235450"/>
          <p14:tracePt t="22582" x="1555750" y="4224338"/>
          <p14:tracePt t="22589" x="1550988" y="4213225"/>
          <p14:tracePt t="22596" x="1544638" y="4195763"/>
          <p14:tracePt t="22603" x="1533525" y="4173538"/>
          <p14:tracePt t="22610" x="1516063" y="4149725"/>
          <p14:tracePt t="22617" x="1504950" y="4121150"/>
          <p14:tracePt t="22623" x="1487488" y="4092575"/>
          <p14:tracePt t="22630" x="1476375" y="4081463"/>
          <p14:tracePt t="22637" x="1470025" y="4070350"/>
          <p14:tracePt t="22644" x="1465263" y="4070350"/>
          <p14:tracePt t="22655" x="1465263" y="4064000"/>
          <p14:tracePt t="22765" x="1458913" y="4064000"/>
          <p14:tracePt t="22773" x="1454150" y="4064000"/>
          <p14:tracePt t="22778" x="1447800" y="4064000"/>
          <p14:tracePt t="22780" x="1441450" y="4064000"/>
          <p14:tracePt t="22784" x="1436688" y="4064000"/>
          <p14:tracePt t="22790" x="1430338" y="4064000"/>
          <p14:tracePt t="22797" x="1412875" y="4064000"/>
          <p14:tracePt t="22804" x="1408113" y="4064000"/>
          <p14:tracePt t="22811" x="1397000" y="4059238"/>
          <p14:tracePt t="22818" x="1390650" y="4059238"/>
          <p14:tracePt t="22825" x="1384300" y="4059238"/>
          <p14:tracePt t="22832" x="1379538" y="4059238"/>
          <p14:tracePt t="23234" x="1379538" y="4052888"/>
          <p14:tracePt t="23933" x="1384300" y="4052888"/>
          <p14:tracePt t="23935" x="1397000" y="4052888"/>
          <p14:tracePt t="23937" x="1401763" y="4052888"/>
          <p14:tracePt t="23938" x="1408113" y="4052888"/>
          <p14:tracePt t="23943" x="1436688" y="4052888"/>
          <p14:tracePt t="23950" x="1487488" y="4052888"/>
          <p14:tracePt t="23964" x="1590675" y="4041775"/>
          <p14:tracePt t="23971" x="1630363" y="4041775"/>
          <p14:tracePt t="23978" x="1670050" y="4035425"/>
          <p14:tracePt t="23985" x="1704975" y="4030663"/>
          <p14:tracePt t="23992" x="1733550" y="4024313"/>
          <p14:tracePt t="23998" x="1755775" y="4024313"/>
          <p14:tracePt t="24006" x="1766888" y="4024313"/>
          <p14:tracePt t="24012" x="1778000" y="4019550"/>
          <p14:tracePt t="24267" x="1784350" y="4019550"/>
          <p14:tracePt t="24271" x="1789113" y="4019550"/>
          <p14:tracePt t="24276" x="1801813" y="4019550"/>
          <p14:tracePt t="24283" x="1824038" y="4019550"/>
          <p14:tracePt t="24290" x="1852613" y="4019550"/>
          <p14:tracePt t="24297" x="1881188" y="4013200"/>
          <p14:tracePt t="24304" x="1927225" y="4013200"/>
          <p14:tracePt t="24311" x="1978025" y="4006850"/>
          <p14:tracePt t="24318" x="2028825" y="4006850"/>
          <p14:tracePt t="24325" x="2097088" y="4006850"/>
          <p14:tracePt t="24332" x="2160588" y="4006850"/>
          <p14:tracePt t="24339" x="2222500" y="4006850"/>
          <p14:tracePt t="24346" x="2274888" y="4006850"/>
          <p14:tracePt t="24353" x="2319338" y="4013200"/>
          <p14:tracePt t="24367" x="2387600" y="4024313"/>
          <p14:tracePt t="24373" x="2405063" y="4030663"/>
          <p14:tracePt t="24380" x="2422525" y="4030663"/>
          <p14:tracePt t="24387" x="2433638" y="4030663"/>
          <p14:tracePt t="24394" x="2444750" y="4030663"/>
          <p14:tracePt t="24408" x="2455863" y="4030663"/>
          <p14:tracePt t="24415" x="2462213" y="4030663"/>
          <p14:tracePt t="24429" x="2473325" y="4030663"/>
          <p14:tracePt t="24443" x="2497138" y="4030663"/>
          <p14:tracePt t="24450" x="2513013" y="4030663"/>
          <p14:tracePt t="24457" x="2536825" y="4030663"/>
          <p14:tracePt t="24464" x="2559050" y="4030663"/>
          <p14:tracePt t="24471" x="2593975" y="4030663"/>
          <p14:tracePt t="24478" x="2622550" y="4024313"/>
          <p14:tracePt t="24485" x="2662238" y="4024313"/>
          <p14:tracePt t="24493" x="2706688" y="4019550"/>
          <p14:tracePt t="24506" x="2759075" y="4019550"/>
          <p14:tracePt t="24515" x="2787650" y="4019550"/>
          <p14:tracePt t="24525" x="2809875" y="4019550"/>
          <p14:tracePt t="24533" x="2827338" y="4019550"/>
          <p14:tracePt t="24542" x="2838450" y="4019550"/>
          <p14:tracePt t="24549" x="2844800" y="4019550"/>
          <p14:tracePt t="24557" x="2849563" y="4019550"/>
          <p14:tracePt t="24583" x="2855913" y="4019550"/>
          <p14:tracePt t="24590" x="2860675" y="4019550"/>
          <p14:tracePt t="24594" x="2867025" y="4019550"/>
          <p14:tracePt t="24600" x="2873375" y="4019550"/>
          <p14:tracePt t="24603" x="2878138" y="4019550"/>
          <p14:tracePt t="24612" x="2889250" y="4019550"/>
          <p14:tracePt t="24620" x="2906713" y="4019550"/>
          <p14:tracePt t="24631" x="2928938" y="4019550"/>
          <p14:tracePt t="24639" x="2941638" y="4019550"/>
          <p14:tracePt t="24648" x="2970213" y="4013200"/>
          <p14:tracePt t="24655" x="2992438" y="4013200"/>
          <p14:tracePt t="24662" x="3009900" y="4013200"/>
          <p14:tracePt t="24672" x="3038475" y="4013200"/>
          <p14:tracePt t="24679" x="3054350" y="4006850"/>
          <p14:tracePt t="24687" x="3078163" y="4006850"/>
          <p14:tracePt t="24693" x="3095625" y="4006850"/>
          <p14:tracePt t="24700" x="3117850" y="4006850"/>
          <p14:tracePt t="24707" x="3146425" y="4002088"/>
          <p14:tracePt t="24715" x="3175000" y="4002088"/>
          <p14:tracePt t="24716" x="3186113" y="3995738"/>
          <p14:tracePt t="24717" x="3192463" y="3995738"/>
          <p14:tracePt t="24718" x="3197225" y="3995738"/>
          <p14:tracePt t="24721" x="3208338" y="3995738"/>
          <p14:tracePt t="24728" x="3243263" y="3990975"/>
          <p14:tracePt t="24735" x="3278188" y="3984625"/>
          <p14:tracePt t="24742" x="3305175" y="3979863"/>
          <p14:tracePt t="24749" x="3351213" y="3973513"/>
          <p14:tracePt t="24756" x="3386138" y="3967163"/>
          <p14:tracePt t="24763" x="3419475" y="3967163"/>
          <p14:tracePt t="24770" x="3454400" y="3962400"/>
          <p14:tracePt t="24777" x="3487738" y="3956050"/>
          <p14:tracePt t="24783" x="3527425" y="3951288"/>
          <p14:tracePt t="24790" x="3568700" y="3938588"/>
          <p14:tracePt t="24797" x="3597275" y="3938588"/>
          <p14:tracePt t="24804" x="3636963" y="3927475"/>
          <p14:tracePt t="24811" x="3670300" y="3916363"/>
          <p14:tracePt t="24818" x="3705225" y="3910013"/>
          <p14:tracePt t="24825" x="3738563" y="3898900"/>
          <p14:tracePt t="24832" x="3778250" y="3887788"/>
          <p14:tracePt t="24839" x="3830638" y="3870325"/>
          <p14:tracePt t="24846" x="3892550" y="3854450"/>
          <p14:tracePt t="24853" x="3967163" y="3830638"/>
          <p14:tracePt t="24859" x="4052888" y="3813175"/>
          <p14:tracePt t="24866" x="4143375" y="3802063"/>
          <p14:tracePt t="24873" x="4235450" y="3790950"/>
          <p14:tracePt t="24880" x="4325938" y="3784600"/>
          <p14:tracePt t="24887" x="4429125" y="3784600"/>
          <p14:tracePt t="24894" x="4537075" y="3784600"/>
          <p14:tracePt t="24901" x="4640263" y="3790950"/>
          <p14:tracePt t="24908" x="4719638" y="3808413"/>
          <p14:tracePt t="24915" x="4787900" y="3813175"/>
          <p14:tracePt t="24922" x="4827588" y="3825875"/>
          <p14:tracePt t="24929" x="4867275" y="3830638"/>
          <p14:tracePt t="24936" x="4902200" y="3841750"/>
          <p14:tracePt t="24943" x="4930775" y="3854450"/>
          <p14:tracePt t="24950" x="4948238" y="3859213"/>
          <p14:tracePt t="24957" x="4970463" y="3870325"/>
          <p14:tracePt t="24964" x="4981575" y="3870325"/>
          <p14:tracePt t="24971" x="4992688" y="3876675"/>
          <p14:tracePt t="24978" x="4999038" y="3876675"/>
          <p14:tracePt t="24984" x="5003800" y="3881438"/>
          <p14:tracePt t="24993" x="5010150" y="3887788"/>
          <p14:tracePt t="24998" x="5016500" y="3887788"/>
          <p14:tracePt t="25005" x="5021263" y="3894138"/>
          <p14:tracePt t="25016" x="5021263" y="3898900"/>
          <p14:tracePt t="25022" x="5027613" y="3905250"/>
          <p14:tracePt t="25028" x="5027613" y="3910013"/>
          <p14:tracePt t="25034" x="5027613" y="3916363"/>
          <p14:tracePt t="25040" x="5027613" y="3922713"/>
          <p14:tracePt t="25047" x="5032375" y="3933825"/>
          <p14:tracePt t="25054" x="5032375" y="3944938"/>
          <p14:tracePt t="25061" x="5032375" y="3962400"/>
          <p14:tracePt t="25068" x="5027613" y="3984625"/>
          <p14:tracePt t="25075" x="5010150" y="4013200"/>
          <p14:tracePt t="25082" x="4987925" y="4048125"/>
          <p14:tracePt t="25089" x="4959350" y="4081463"/>
          <p14:tracePt t="25096" x="4919663" y="4127500"/>
          <p14:tracePt t="25103" x="4873625" y="4167188"/>
          <p14:tracePt t="25110" x="4833938" y="4202113"/>
          <p14:tracePt t="25117" x="4781550" y="4241800"/>
          <p14:tracePt t="25124" x="4730750" y="4281488"/>
          <p14:tracePt t="25131" x="4679950" y="4314825"/>
          <p14:tracePt t="25137" x="4616450" y="4356100"/>
          <p14:tracePt t="25152" x="4457700" y="4440238"/>
          <p14:tracePt t="25158" x="4365625" y="4486275"/>
          <p14:tracePt t="25165" x="4264025" y="4525963"/>
          <p14:tracePt t="25179" x="3973513" y="4629150"/>
          <p14:tracePt t="25186" x="3813175" y="4686300"/>
          <p14:tracePt t="25193" x="3648075" y="4719638"/>
          <p14:tracePt t="25200" x="3516313" y="4743450"/>
          <p14:tracePt t="25207" x="3362325" y="4760913"/>
          <p14:tracePt t="25214" x="3254375" y="4765675"/>
          <p14:tracePt t="25221" x="3146425" y="4765675"/>
          <p14:tracePt t="25228" x="3038475" y="4765675"/>
          <p14:tracePt t="25235" x="2952750" y="4760913"/>
          <p14:tracePt t="25242" x="2884488" y="4743450"/>
          <p14:tracePt t="25254" x="2781300" y="4714875"/>
          <p14:tracePt t="25260" x="2741613" y="4697413"/>
          <p14:tracePt t="25269" x="2679700" y="4668838"/>
          <p14:tracePt t="25277" x="2633663" y="4646613"/>
          <p14:tracePt t="25285" x="2570163" y="4611688"/>
          <p14:tracePt t="25292" x="2525713" y="4578350"/>
          <p14:tracePt t="25299" x="2473325" y="4543425"/>
          <p14:tracePt t="25307" x="2416175" y="4503738"/>
          <p14:tracePt t="25312" x="2387600" y="4481513"/>
          <p14:tracePt t="25318" x="2347913" y="4446588"/>
          <p14:tracePt t="25326" x="2297113" y="4400550"/>
          <p14:tracePt t="25336" x="2233613" y="4321175"/>
          <p14:tracePt t="25342" x="2206625" y="4270375"/>
          <p14:tracePt t="25347" x="2178050" y="4224338"/>
          <p14:tracePt t="25353" x="2160588" y="4173538"/>
          <p14:tracePt t="25360" x="2125663" y="4116388"/>
          <p14:tracePt t="25367" x="2103438" y="4070350"/>
          <p14:tracePt t="25373" x="2085975" y="4030663"/>
          <p14:tracePt t="25380" x="2081213" y="4002088"/>
          <p14:tracePt t="25387" x="2074863" y="3967163"/>
          <p14:tracePt t="25394" x="2074863" y="3944938"/>
          <p14:tracePt t="25401" x="2074863" y="3910013"/>
          <p14:tracePt t="25408" x="2074863" y="3887788"/>
          <p14:tracePt t="25415" x="2085975" y="3854450"/>
          <p14:tracePt t="25422" x="2092325" y="3836988"/>
          <p14:tracePt t="25430" x="2108200" y="3808413"/>
          <p14:tracePt t="25436" x="2125663" y="3779838"/>
          <p14:tracePt t="25443" x="2149475" y="3756025"/>
          <p14:tracePt t="25450" x="2171700" y="3729038"/>
          <p14:tracePt t="25457" x="2206625" y="3705225"/>
          <p14:tracePt t="25464" x="2233613" y="3687763"/>
          <p14:tracePt t="25471" x="2279650" y="3671888"/>
          <p14:tracePt t="25478" x="2325688" y="3659188"/>
          <p14:tracePt t="25485" x="2382838" y="3648075"/>
          <p14:tracePt t="25492" x="2444750" y="3630613"/>
          <p14:tracePt t="25498" x="2547938" y="3625850"/>
          <p14:tracePt t="25505" x="2638425" y="3614738"/>
          <p14:tracePt t="25512" x="2752725" y="3608388"/>
          <p14:tracePt t="25519" x="2873375" y="3608388"/>
          <p14:tracePt t="25527" x="3009900" y="3608388"/>
          <p14:tracePt t="25533" x="3152775" y="3608388"/>
          <p14:tracePt t="25540" x="3265488" y="3619500"/>
          <p14:tracePt t="25547" x="3414713" y="3636963"/>
          <p14:tracePt t="25554" x="3522663" y="3665538"/>
          <p14:tracePt t="25561" x="3648075" y="3694113"/>
          <p14:tracePt t="25568" x="3751263" y="3733800"/>
          <p14:tracePt t="25575" x="3848100" y="3779838"/>
          <p14:tracePt t="25582" x="3921125" y="3830638"/>
          <p14:tracePt t="25589" x="3973513" y="3876675"/>
          <p14:tracePt t="25596" x="4006850" y="3933825"/>
          <p14:tracePt t="25603" x="4006850" y="3973513"/>
          <p14:tracePt t="25610" x="4002088" y="4052888"/>
          <p14:tracePt t="25617" x="3973513" y="4144963"/>
          <p14:tracePt t="25623" x="3927475" y="4235450"/>
          <p14:tracePt t="25631" x="3876675" y="4321175"/>
          <p14:tracePt t="25637" x="3802063" y="4429125"/>
          <p14:tracePt t="25644" x="3716338" y="4543425"/>
          <p14:tracePt t="25651" x="3630613" y="4646613"/>
          <p14:tracePt t="25658" x="3540125" y="4743450"/>
          <p14:tracePt t="25665" x="3448050" y="4840288"/>
          <p14:tracePt t="25672" x="3379788" y="4908550"/>
          <p14:tracePt t="25679" x="3317875" y="4959350"/>
          <p14:tracePt t="25686" x="3249613" y="5011738"/>
          <p14:tracePt t="25693" x="3192463" y="5038725"/>
          <p14:tracePt t="25700" x="3140075" y="5062538"/>
          <p14:tracePt t="25707" x="3060700" y="5095875"/>
          <p14:tracePt t="25715" x="2986088" y="5124450"/>
          <p14:tracePt t="25716" x="2957513" y="5137150"/>
          <p14:tracePt t="25716" x="2941638" y="5137150"/>
          <p14:tracePt t="25721" x="2913063" y="5153025"/>
          <p14:tracePt t="25728" x="2844800" y="5176838"/>
          <p14:tracePt t="25742" x="2695575" y="5199063"/>
          <p14:tracePt t="25748" x="2633663" y="5199063"/>
          <p14:tracePt t="25755" x="2554288" y="5199063"/>
          <p14:tracePt t="25763" x="2473325" y="5176838"/>
          <p14:tracePt t="25770" x="2400300" y="5148263"/>
          <p14:tracePt t="25776" x="2325688" y="5108575"/>
          <p14:tracePt t="25783" x="2246313" y="5062538"/>
          <p14:tracePt t="25791" x="2154238" y="5016500"/>
          <p14:tracePt t="25797" x="2097088" y="4983163"/>
          <p14:tracePt t="25811" x="1960563" y="4919663"/>
          <p14:tracePt t="25818" x="1903413" y="4897438"/>
          <p14:tracePt t="25825" x="1863725" y="4879975"/>
          <p14:tracePt t="25832" x="1830388" y="4868863"/>
          <p14:tracePt t="25839" x="1812925" y="4851400"/>
          <p14:tracePt t="25846" x="1812925" y="4833938"/>
          <p14:tracePt t="25853" x="1806575" y="4816475"/>
          <p14:tracePt t="25860" x="1806575" y="4794250"/>
          <p14:tracePt t="25867" x="1812925" y="4754563"/>
          <p14:tracePt t="25873" x="1824038" y="4719638"/>
          <p14:tracePt t="25880" x="1835150" y="4668838"/>
          <p14:tracePt t="25887" x="1852613" y="4622800"/>
          <p14:tracePt t="25895" x="1870075" y="4578350"/>
          <p14:tracePt t="25901" x="1881188" y="4537075"/>
          <p14:tracePt t="25908" x="1898650" y="4497388"/>
          <p14:tracePt t="25915" x="1914525" y="4446588"/>
          <p14:tracePt t="25922" x="1927225" y="4418013"/>
          <p14:tracePt t="25929" x="1931988" y="4389438"/>
          <p14:tracePt t="25936" x="1943100" y="4360863"/>
          <p14:tracePt t="25950" x="1955800" y="4321175"/>
          <p14:tracePt t="25957" x="1960563" y="4310063"/>
          <p14:tracePt t="25964" x="1971675" y="4281488"/>
          <p14:tracePt t="25971" x="1971675" y="4257675"/>
          <p14:tracePt t="25978" x="1982788" y="4235450"/>
          <p14:tracePt t="25985" x="1989138" y="4206875"/>
          <p14:tracePt t="25992" x="2000250" y="4184650"/>
          <p14:tracePt t="25993" x="2006600" y="4173538"/>
          <p14:tracePt t="25999" x="2011363" y="4156075"/>
          <p14:tracePt t="26006" x="2028825" y="4132263"/>
          <p14:tracePt t="26012" x="2046288" y="4116388"/>
          <p14:tracePt t="26019" x="2057400" y="4092575"/>
          <p14:tracePt t="26026" x="2081213" y="4076700"/>
          <p14:tracePt t="26033" x="2108200" y="4052888"/>
          <p14:tracePt t="26040" x="2136775" y="4035425"/>
          <p14:tracePt t="26047" x="2165350" y="4019550"/>
          <p14:tracePt t="26054" x="2200275" y="4002088"/>
          <p14:tracePt t="26061" x="2233613" y="3984625"/>
          <p14:tracePt t="26068" x="2268538" y="3962400"/>
          <p14:tracePt t="26075" x="2303463" y="3951288"/>
          <p14:tracePt t="26082" x="2343150" y="3933825"/>
          <p14:tracePt t="26089" x="2376488" y="3922713"/>
          <p14:tracePt t="26096" x="2405063" y="3910013"/>
          <p14:tracePt t="26110" x="2455863" y="3887788"/>
          <p14:tracePt t="26111" x="2468563" y="3881438"/>
          <p14:tracePt t="26116" x="2484438" y="3876675"/>
          <p14:tracePt t="26123" x="2497138" y="3876675"/>
          <p14:tracePt t="26131" x="2501900" y="3870325"/>
          <p14:tracePt t="26137" x="2513013" y="3870325"/>
          <p14:tracePt t="26144" x="2519363" y="3870325"/>
          <p14:tracePt t="26151" x="2525713" y="3870325"/>
          <p14:tracePt t="26158" x="2530475" y="3870325"/>
          <p14:tracePt t="26165" x="2536825" y="3865563"/>
          <p14:tracePt t="26172" x="2541588" y="3865563"/>
          <p14:tracePt t="26179" x="2541588" y="3859213"/>
          <p14:tracePt t="26186" x="2554288" y="3859213"/>
          <p14:tracePt t="26199" x="2559050" y="3859213"/>
          <p14:tracePt t="26208" x="2565400" y="3859213"/>
          <p14:tracePt t="26250" x="2565400" y="3854450"/>
          <p14:tracePt t="26843" x="2559050" y="3854450"/>
          <p14:tracePt t="26848" x="2541588" y="3854450"/>
          <p14:tracePt t="26848" x="2536825" y="3854450"/>
          <p14:tracePt t="26850" x="2530475" y="3859213"/>
          <p14:tracePt t="26852" x="2525713" y="3859213"/>
          <p14:tracePt t="26860" x="2473325" y="3876675"/>
          <p14:tracePt t="26867" x="2393950" y="3905250"/>
          <p14:tracePt t="26874" x="2308225" y="3933825"/>
          <p14:tracePt t="26881" x="2211388" y="3973513"/>
          <p14:tracePt t="26888" x="2081213" y="4035425"/>
          <p14:tracePt t="26895" x="1966913" y="4087813"/>
          <p14:tracePt t="26901" x="1863725" y="4138613"/>
          <p14:tracePt t="26916" x="1687513" y="4230688"/>
          <p14:tracePt t="26929" x="1562100" y="4314825"/>
          <p14:tracePt t="26943" x="1487488" y="4395788"/>
          <p14:tracePt t="26957" x="1436688" y="4492625"/>
          <p14:tracePt t="26971" x="1397000" y="4600575"/>
          <p14:tracePt t="26972" x="1390650" y="4622800"/>
          <p14:tracePt t="26973" x="1390650" y="4629150"/>
          <p14:tracePt t="26973" x="1390650" y="4640263"/>
          <p14:tracePt t="26978" x="1384300" y="4662488"/>
          <p14:tracePt t="26992" x="1357313" y="4765675"/>
          <p14:tracePt t="27006" x="1344613" y="4851400"/>
          <p14:tracePt t="27020" x="1339850" y="4937125"/>
          <p14:tracePt t="27034" x="1350963" y="5027613"/>
          <p14:tracePt t="27047" x="1362075" y="5102225"/>
          <p14:tracePt t="27061" x="1379538" y="5176838"/>
          <p14:tracePt t="27068" x="1379538" y="5205413"/>
          <p14:tracePt t="27082" x="1384300" y="5221288"/>
          <p14:tracePt t="27083" x="1390650" y="5221288"/>
          <p14:tracePt t="27146" x="1397000" y="5221288"/>
          <p14:tracePt t="27148" x="1397000" y="5216525"/>
          <p14:tracePt t="27153" x="1397000" y="5210175"/>
          <p14:tracePt t="27158" x="1408113" y="5192713"/>
          <p14:tracePt t="27172" x="1430338" y="5153025"/>
          <p14:tracePt t="27179" x="1447800" y="5113338"/>
          <p14:tracePt t="27193" x="1476375" y="5038725"/>
          <p14:tracePt t="27200" x="1487488" y="4999038"/>
          <p14:tracePt t="27207" x="1498600" y="4965700"/>
          <p14:tracePt t="27214" x="1509713" y="4930775"/>
          <p14:tracePt t="27221" x="1516063" y="4908550"/>
          <p14:tracePt t="27228" x="1522413" y="4886325"/>
          <p14:tracePt t="27235" x="1522413" y="4862513"/>
          <p14:tracePt t="27241" x="1527175" y="4840288"/>
          <p14:tracePt t="27248" x="1527175" y="4822825"/>
          <p14:tracePt t="27263" x="1527175" y="4772025"/>
          <p14:tracePt t="27277" x="1509713" y="4719638"/>
          <p14:tracePt t="27283" x="1504950" y="4691063"/>
          <p14:tracePt t="27290" x="1498600" y="4668838"/>
          <p14:tracePt t="27297" x="1493838" y="4651375"/>
          <p14:tracePt t="27304" x="1482725" y="4635500"/>
          <p14:tracePt t="27311" x="1476375" y="4611688"/>
          <p14:tracePt t="27318" x="1470025" y="4594225"/>
          <p14:tracePt t="27332" x="1458913" y="4549775"/>
          <p14:tracePt t="27339" x="1454150" y="4525963"/>
          <p14:tracePt t="27346" x="1454150" y="4503738"/>
          <p14:tracePt t="27353" x="1447800" y="4486275"/>
          <p14:tracePt t="27360" x="1447800" y="4464050"/>
          <p14:tracePt t="27367" x="1436688" y="4440238"/>
          <p14:tracePt t="27373" x="1430338" y="4418013"/>
          <p14:tracePt t="27381" x="1419225" y="4395788"/>
          <p14:tracePt t="27387" x="1408113" y="4367213"/>
          <p14:tracePt t="27394" x="1384300" y="4327525"/>
          <p14:tracePt t="27401" x="1362075" y="4281488"/>
          <p14:tracePt t="27408" x="1333500" y="4246563"/>
          <p14:tracePt t="27422" x="1265238" y="4167188"/>
          <p14:tracePt t="27429" x="1231900" y="4127500"/>
          <p14:tracePt t="27436" x="1196975" y="4098925"/>
          <p14:tracePt t="27450" x="1139825" y="4024313"/>
          <p14:tracePt t="27457" x="1117600" y="3995738"/>
          <p14:tracePt t="27471" x="1089025" y="3956050"/>
          <p14:tracePt t="27478" x="1082675" y="3944938"/>
          <p14:tracePt t="27485" x="1082675" y="3922713"/>
          <p14:tracePt t="27499" x="1071563" y="3887788"/>
          <p14:tracePt t="27513" x="1071563" y="3870325"/>
          <p14:tracePt t="27519" x="1071563" y="3859213"/>
          <p14:tracePt t="27533" x="1077913" y="3836988"/>
          <p14:tracePt t="27548" x="1106488" y="3802063"/>
          <p14:tracePt t="27554" x="1135063" y="3779838"/>
          <p14:tracePt t="27561" x="1174750" y="3744913"/>
          <p14:tracePt t="27568" x="1219200" y="3716338"/>
          <p14:tracePt t="27575" x="1276350" y="3683000"/>
          <p14:tracePt t="27582" x="1368425" y="3630613"/>
          <p14:tracePt t="27589" x="1465263" y="3586163"/>
          <p14:tracePt t="27596" x="1573213" y="3546475"/>
          <p14:tracePt t="27603" x="1687513" y="3500438"/>
          <p14:tracePt t="27610" x="1835150" y="3449638"/>
          <p14:tracePt t="27617" x="2011363" y="3386138"/>
          <p14:tracePt t="27624" x="2178050" y="3346450"/>
          <p14:tracePt t="27638" x="2554288" y="3254375"/>
          <p14:tracePt t="27644" x="2735263" y="3221038"/>
          <p14:tracePt t="27651" x="2941638" y="3186113"/>
          <p14:tracePt t="27658" x="3140075" y="3163888"/>
          <p14:tracePt t="27665" x="3300413" y="3152775"/>
          <p14:tracePt t="27672" x="3533775" y="3141663"/>
          <p14:tracePt t="27679" x="3767138" y="3141663"/>
          <p14:tracePt t="27686" x="4017963" y="3141663"/>
          <p14:tracePt t="27693" x="4217988" y="3146425"/>
          <p14:tracePt t="27700" x="4429125" y="3157538"/>
          <p14:tracePt t="27707" x="4616450" y="3170238"/>
          <p14:tracePt t="27714" x="4805363" y="3181350"/>
          <p14:tracePt t="27721" x="4970463" y="3203575"/>
          <p14:tracePt t="27727" x="5095875" y="3227388"/>
          <p14:tracePt t="27735" x="5210175" y="3249613"/>
          <p14:tracePt t="27742" x="5318125" y="3282950"/>
          <p14:tracePt t="27748" x="5397500" y="3317875"/>
          <p14:tracePt t="27755" x="5461000" y="3357563"/>
          <p14:tracePt t="27762" x="5511800" y="3397250"/>
          <p14:tracePt t="27769" x="5540375" y="3432175"/>
          <p14:tracePt t="27776" x="5568950" y="3471863"/>
          <p14:tracePt t="27783" x="5586413" y="3511550"/>
          <p14:tracePt t="27790" x="5602288" y="3546475"/>
          <p14:tracePt t="27797" x="5614988" y="3597275"/>
          <p14:tracePt t="27811" x="5619750" y="3744913"/>
          <p14:tracePt t="27818" x="5619750" y="3830638"/>
          <p14:tracePt t="27825" x="5608638" y="3916363"/>
          <p14:tracePt t="27832" x="5586413" y="4013200"/>
          <p14:tracePt t="27839" x="5557838" y="4098925"/>
          <p14:tracePt t="27846" x="5540375" y="4167188"/>
          <p14:tracePt t="27853" x="5522913" y="4213225"/>
          <p14:tracePt t="27854" x="5518150" y="4224338"/>
          <p14:tracePt t="27855" x="5518150" y="4230688"/>
          <p14:tracePt t="27856" x="5518150" y="4235450"/>
          <p14:tracePt t="27856" x="5511800" y="4235450"/>
          <p14:tracePt t="27859" x="5505450" y="4241800"/>
          <p14:tracePt t="27867" x="5494338" y="4264025"/>
          <p14:tracePt t="27874" x="5472113" y="4286250"/>
          <p14:tracePt t="27881" x="5443538" y="4303713"/>
          <p14:tracePt t="27888" x="5414963" y="4321175"/>
          <p14:tracePt t="27894" x="5368925" y="4349750"/>
          <p14:tracePt t="27902" x="5322888" y="4371975"/>
          <p14:tracePt t="27916" x="5181600" y="4429125"/>
          <p14:tracePt t="27922" x="5106988" y="4457700"/>
          <p14:tracePt t="27936" x="4953000" y="4514850"/>
          <p14:tracePt t="27943" x="4884738" y="4537075"/>
          <p14:tracePt t="27957" x="4765675" y="4578350"/>
          <p14:tracePt t="27964" x="4719638" y="4589463"/>
          <p14:tracePt t="27971" x="4668838" y="4606925"/>
          <p14:tracePt t="27985" x="4565650" y="4640263"/>
          <p14:tracePt t="27992" x="4530725" y="4646613"/>
          <p14:tracePt t="27999" x="4497388" y="4662488"/>
          <p14:tracePt t="28006" x="4475163" y="4675188"/>
          <p14:tracePt t="28013" x="4457700" y="4679950"/>
          <p14:tracePt t="28020" x="4433888" y="4691063"/>
          <p14:tracePt t="28026" x="4411663" y="4703763"/>
          <p14:tracePt t="28033" x="4394200" y="4708525"/>
          <p14:tracePt t="28040" x="4383088" y="4719638"/>
          <p14:tracePt t="28047" x="4376738" y="4719638"/>
          <p14:tracePt t="28061" x="4371975" y="4719638"/>
          <p14:tracePt t="28069" x="4365625" y="4719638"/>
          <p14:tracePt t="28077" x="4360863" y="4719638"/>
          <p14:tracePt t="28086" x="4349750" y="4719638"/>
          <p14:tracePt t="28094" x="4325938" y="4719638"/>
          <p14:tracePt t="28103" x="4297363" y="4703763"/>
          <p14:tracePt t="28104" x="4286250" y="4697413"/>
          <p14:tracePt t="28105" x="4279900" y="4697413"/>
          <p14:tracePt t="28106" x="4275138" y="4697413"/>
          <p14:tracePt t="28107" x="4268788" y="4691063"/>
          <p14:tracePt t="28108" x="4264025" y="4691063"/>
          <p14:tracePt t="28111" x="4246563" y="4686300"/>
          <p14:tracePt t="28112" x="4240213" y="4686300"/>
          <p14:tracePt t="28113" x="4240213" y="4679950"/>
          <p14:tracePt t="28117" x="4224338" y="4675188"/>
          <p14:tracePt t="28122" x="4195763" y="4657725"/>
          <p14:tracePt t="28128" x="4154488" y="4640263"/>
          <p14:tracePt t="28139" x="4114800" y="4622800"/>
          <p14:tracePt t="28147" x="4075113" y="4600575"/>
          <p14:tracePt t="28153" x="4057650" y="4594225"/>
          <p14:tracePt t="28159" x="4041775" y="4583113"/>
          <p14:tracePt t="28165" x="4024313" y="4578350"/>
          <p14:tracePt t="28172" x="4017963" y="4572000"/>
          <p14:tracePt t="28179" x="4013200" y="4565650"/>
          <p14:tracePt t="28194" x="4013200" y="4560888"/>
          <p14:tracePt t="28201" x="4013200" y="4554538"/>
          <p14:tracePt t="28207" x="4006850" y="4549775"/>
          <p14:tracePt t="28216" x="4006850" y="4543425"/>
          <p14:tracePt t="28221" x="4002088" y="4543425"/>
          <p14:tracePt t="28228" x="4002088" y="4532313"/>
          <p14:tracePt t="28242" x="4002088" y="4521200"/>
          <p14:tracePt t="28249" x="3995738" y="4521200"/>
          <p14:tracePt t="28305" x="3989388" y="4521200"/>
          <p14:tracePt t="28308" x="3984625" y="4521200"/>
          <p14:tracePt t="28311" x="3973513" y="4521200"/>
          <p14:tracePt t="28318" x="3932238" y="4525963"/>
          <p14:tracePt t="28332" x="3835400" y="4560888"/>
          <p14:tracePt t="28339" x="3784600" y="4589463"/>
          <p14:tracePt t="28346" x="3727450" y="4629150"/>
          <p14:tracePt t="28353" x="3676650" y="4686300"/>
          <p14:tracePt t="28367" x="3579813" y="4833938"/>
          <p14:tracePt t="28373" x="3516313" y="4948238"/>
          <p14:tracePt t="28380" x="3465513" y="5038725"/>
          <p14:tracePt t="28387" x="3408363" y="5159375"/>
          <p14:tracePt t="28394" x="3333750" y="5289550"/>
          <p14:tracePt t="28401" x="3278188" y="5387975"/>
          <p14:tracePt t="28408" x="3203575" y="5507038"/>
          <p14:tracePt t="28415" x="3152775" y="5575300"/>
          <p14:tracePt t="28422" x="3089275" y="5665788"/>
          <p14:tracePt t="28429" x="3043238" y="5735638"/>
          <p14:tracePt t="28436" x="3014663" y="5768975"/>
          <p14:tracePt t="28443" x="2992438" y="5797550"/>
          <p14:tracePt t="28450" x="2986088" y="5808663"/>
          <p14:tracePt t="28482" x="2992438" y="5808663"/>
          <p14:tracePt t="28484" x="2998788" y="5808663"/>
          <p14:tracePt t="28485" x="3003550" y="5808663"/>
          <p14:tracePt t="28491" x="3021013" y="5803900"/>
          <p14:tracePt t="28498" x="3067050" y="5791200"/>
          <p14:tracePt t="28505" x="3124200" y="5764213"/>
          <p14:tracePt t="28512" x="3203575" y="5718175"/>
          <p14:tracePt t="28519" x="3305175" y="5649913"/>
          <p14:tracePt t="28526" x="3414713" y="5568950"/>
          <p14:tracePt t="28533" x="3522663" y="5478463"/>
          <p14:tracePt t="28540" x="3665538" y="5359400"/>
          <p14:tracePt t="28547" x="3819525" y="5205413"/>
          <p14:tracePt t="28554" x="3949700" y="5056188"/>
          <p14:tracePt t="28568" x="4143375" y="4776788"/>
          <p14:tracePt t="28575" x="4217988" y="4640263"/>
          <p14:tracePt t="28582" x="4251325" y="4543425"/>
          <p14:tracePt t="28589" x="4275138" y="4457700"/>
          <p14:tracePt t="28596" x="4279900" y="4389438"/>
          <p14:tracePt t="28603" x="4279900" y="4338638"/>
          <p14:tracePt t="28617" x="4275138" y="4257675"/>
          <p14:tracePt t="28624" x="4264025" y="4217988"/>
          <p14:tracePt t="28630" x="4246563" y="4184650"/>
          <p14:tracePt t="28638" x="4240213" y="4160838"/>
          <p14:tracePt t="28645" x="4235450" y="4144963"/>
          <p14:tracePt t="28651" x="4229100" y="4127500"/>
          <p14:tracePt t="28658" x="4229100" y="4116388"/>
          <p14:tracePt t="28665" x="4229100" y="4098925"/>
          <p14:tracePt t="28679" x="4229100" y="4070350"/>
          <p14:tracePt t="28686" x="4229100" y="4048125"/>
          <p14:tracePt t="28700" x="4257675" y="3973513"/>
          <p14:tracePt t="28707" x="4279900" y="3927475"/>
          <p14:tracePt t="28717" x="4314825" y="3870325"/>
          <p14:tracePt t="28725" x="4343400" y="3830638"/>
          <p14:tracePt t="28732" x="4371975" y="3790950"/>
          <p14:tracePt t="28739" x="4400550" y="3768725"/>
          <p14:tracePt t="28747" x="4440238" y="3729038"/>
          <p14:tracePt t="28756" x="4497388" y="3676650"/>
          <p14:tracePt t="28770" x="4594225" y="3590925"/>
          <p14:tracePt t="28780" x="4673600" y="3505200"/>
          <p14:tracePt t="28786" x="4737100" y="3436938"/>
          <p14:tracePt t="28792" x="4787900" y="3379788"/>
          <p14:tracePt t="28797" x="4862513" y="3300413"/>
          <p14:tracePt t="28804" x="4930775" y="3214688"/>
          <p14:tracePt t="28811" x="5021263" y="3113088"/>
          <p14:tracePt t="28818" x="5135563" y="3003550"/>
          <p14:tracePt t="28825" x="5214938" y="2924175"/>
          <p14:tracePt t="28832" x="5322888" y="2827338"/>
          <p14:tracePt t="28839" x="5408613" y="2765425"/>
          <p14:tracePt t="28846" x="5483225" y="2713038"/>
          <p14:tracePt t="28853" x="5540375" y="2684463"/>
          <p14:tracePt t="28860" x="5591175" y="2662238"/>
          <p14:tracePt t="28867" x="5643563" y="2644775"/>
          <p14:tracePt t="28874" x="5683250" y="2640013"/>
          <p14:tracePt t="28888" x="5780088" y="2627313"/>
          <p14:tracePt t="28894" x="5813425" y="2627313"/>
          <p14:tracePt t="28901" x="5848350" y="2622550"/>
          <p14:tracePt t="28908" x="5881688" y="2622550"/>
          <p14:tracePt t="28915" x="5916613" y="2622550"/>
          <p14:tracePt t="28922" x="5949950" y="2622550"/>
          <p14:tracePt t="28929" x="5991225" y="2627313"/>
          <p14:tracePt t="28936" x="6042025" y="2640013"/>
          <p14:tracePt t="28943" x="6099175" y="2640013"/>
          <p14:tracePt t="28950" x="6156325" y="2640013"/>
          <p14:tracePt t="28957" x="6207125" y="2644775"/>
          <p14:tracePt t="28964" x="6253163" y="2644775"/>
          <p14:tracePt t="28971" x="6286500" y="2644775"/>
          <p14:tracePt t="28977" x="6321425" y="2644775"/>
          <p14:tracePt t="28984" x="6338888" y="2644775"/>
          <p14:tracePt t="29031" x="6338888" y="2640013"/>
          <p14:tracePt t="29036" x="6338888" y="2633663"/>
          <p14:tracePt t="29040" x="6326188" y="2622550"/>
          <p14:tracePt t="29047" x="6310313" y="2611438"/>
          <p14:tracePt t="29054" x="6292850" y="2593975"/>
          <p14:tracePt t="29061" x="6281738" y="2582863"/>
          <p14:tracePt t="29068" x="6270625" y="2565400"/>
          <p14:tracePt t="29075" x="6257925" y="2547938"/>
          <p14:tracePt t="29082" x="6246813" y="2530475"/>
          <p14:tracePt t="29089" x="6235700" y="2519363"/>
          <p14:tracePt t="29096" x="6224588" y="2508250"/>
          <p14:tracePt t="29102" x="6218238" y="2497138"/>
          <p14:tracePt t="29109" x="6207125" y="2486025"/>
          <p14:tracePt t="29116" x="6196013" y="2474913"/>
          <p14:tracePt t="29123" x="6172200" y="2457450"/>
          <p14:tracePt t="29130" x="6149975" y="2439988"/>
          <p14:tracePt t="29137" x="6138863" y="2422525"/>
          <p14:tracePt t="29144" x="6116638" y="2405063"/>
          <p14:tracePt t="29152" x="6110288" y="2382838"/>
          <p14:tracePt t="29158" x="6092825" y="2354263"/>
          <p14:tracePt t="29165" x="6088063" y="2332038"/>
          <p14:tracePt t="29172" x="6075363" y="2303463"/>
          <p14:tracePt t="29179" x="6070600" y="2268538"/>
          <p14:tracePt t="29186" x="6059488" y="2235200"/>
          <p14:tracePt t="29193" x="6059488" y="2189163"/>
          <p14:tracePt t="29200" x="6053138" y="2143125"/>
          <p14:tracePt t="29207" x="6046788" y="2092325"/>
          <p14:tracePt t="29214" x="6042025" y="2028825"/>
          <p14:tracePt t="29221" x="6035675" y="1960563"/>
          <p14:tracePt t="29228" x="6024563" y="1881188"/>
          <p14:tracePt t="29235" x="6019800" y="1784350"/>
          <p14:tracePt t="29242" x="6007100" y="1676400"/>
          <p14:tracePt t="29256" x="5991225" y="1443038"/>
          <p14:tracePt t="29263" x="5991225" y="1339850"/>
          <p14:tracePt t="29269" x="5991225" y="1196975"/>
          <p14:tracePt t="29277" x="6002338" y="1071563"/>
          <p14:tracePt t="29283" x="6019800" y="957263"/>
          <p14:tracePt t="29290" x="6046788" y="827088"/>
          <p14:tracePt t="29297" x="6064250" y="706438"/>
          <p14:tracePt t="29305" x="6088063" y="552450"/>
          <p14:tracePt t="29306" x="6099175" y="490538"/>
          <p14:tracePt t="29307" x="6099175" y="484188"/>
          <p14:tracePt t="29308" x="6099175" y="466725"/>
          <p14:tracePt t="29311" x="6103938" y="427038"/>
          <p14:tracePt t="29325" x="6138863" y="125413"/>
          <p14:tracePt t="29332" x="6138863" y="63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8F6E36-B554-5229-388D-2DA5E9E6A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814286"/>
            <a:ext cx="4146550" cy="42389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CC31A1-715D-623A-B7A8-816A2B14D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450" y="814286"/>
            <a:ext cx="3587258" cy="42389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B8F1F6-BE00-E1FB-32CA-A833607ED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950" y="814286"/>
            <a:ext cx="3563513" cy="4238925"/>
          </a:xfrm>
          <a:prstGeom prst="rect">
            <a:avLst/>
          </a:prstGeom>
        </p:spPr>
      </p:pic>
      <p:pic>
        <p:nvPicPr>
          <p:cNvPr id="15" name="Áudio 14">
            <a:hlinkClick r:id="" action="ppaction://media"/>
            <a:extLst>
              <a:ext uri="{FF2B5EF4-FFF2-40B4-BE49-F238E27FC236}">
                <a16:creationId xmlns:a16="http://schemas.microsoft.com/office/drawing/2014/main" id="{354B6D48-1205-0EC8-CC77-809CF8C815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723"/>
    </mc:Choice>
    <mc:Fallback>
      <p:transition spd="slow" advTm="797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513" x="5148263" y="6548438"/>
          <p14:tracePt t="18376" x="4429125" y="6846888"/>
          <p14:tracePt t="18379" x="4400550" y="6840538"/>
          <p14:tracePt t="18384" x="4360863" y="6829425"/>
          <p14:tracePt t="18391" x="4297363" y="6807200"/>
          <p14:tracePt t="18392" x="4279900" y="6807200"/>
          <p14:tracePt t="18405" x="4132263" y="6767513"/>
          <p14:tracePt t="18411" x="4029075" y="6738938"/>
          <p14:tracePt t="18425" x="3790950" y="6681788"/>
          <p14:tracePt t="18439" x="3454400" y="6589713"/>
          <p14:tracePt t="18446" x="3282950" y="6538913"/>
          <p14:tracePt t="18453" x="3140075" y="6499225"/>
          <p14:tracePt t="18461" x="2913063" y="6424613"/>
          <p14:tracePt t="18461" x="2849563" y="6407150"/>
          <p14:tracePt t="18462" x="2832100" y="6396038"/>
          <p14:tracePt t="18467" x="2763838" y="6367463"/>
          <p14:tracePt t="18474" x="2616200" y="6305550"/>
          <p14:tracePt t="18488" x="2428875" y="6208713"/>
          <p14:tracePt t="18502" x="2297113" y="6094413"/>
          <p14:tracePt t="18509" x="2239963" y="6037263"/>
          <p14:tracePt t="18516" x="2200275" y="5986463"/>
          <p14:tracePt t="18523" x="2165350" y="5922963"/>
          <p14:tracePt t="18530" x="2136775" y="5872163"/>
          <p14:tracePt t="18537" x="2114550" y="5815013"/>
          <p14:tracePt t="18544" x="2103438" y="5764213"/>
          <p14:tracePt t="18550" x="2097088" y="5729288"/>
          <p14:tracePt t="18557" x="2097088" y="5700713"/>
          <p14:tracePt t="18564" x="2097088" y="5678488"/>
          <p14:tracePt t="18571" x="2097088" y="5649913"/>
          <p14:tracePt t="18578" x="2108200" y="5621338"/>
          <p14:tracePt t="18592" x="2160588" y="5546725"/>
          <p14:tracePt t="18599" x="2200275" y="5507038"/>
          <p14:tracePt t="18606" x="2239963" y="5472113"/>
          <p14:tracePt t="18613" x="2274888" y="5443538"/>
          <p14:tracePt t="18620" x="2303463" y="5427663"/>
          <p14:tracePt t="18627" x="2325688" y="5403850"/>
          <p14:tracePt t="18641" x="2343150" y="5381625"/>
          <p14:tracePt t="18648" x="2343150" y="5370513"/>
          <p14:tracePt t="19102" x="2343150" y="5375275"/>
          <p14:tracePt t="19107" x="2343150" y="5381625"/>
          <p14:tracePt t="19110" x="2343150" y="5387975"/>
          <p14:tracePt t="19113" x="2343150" y="5392738"/>
          <p14:tracePt t="19127" x="2330450" y="5449888"/>
          <p14:tracePt t="19134" x="2319338" y="5484813"/>
          <p14:tracePt t="19148" x="2297113" y="5553075"/>
          <p14:tracePt t="19155" x="2286000" y="5575300"/>
          <p14:tracePt t="19162" x="2279650" y="5592763"/>
          <p14:tracePt t="19168" x="2279650" y="5603875"/>
          <p14:tracePt t="19175" x="2274888" y="5603875"/>
          <p14:tracePt t="19213" x="2274888" y="5610225"/>
          <p14:tracePt t="19218" x="2268538" y="5614988"/>
          <p14:tracePt t="19221" x="2268538" y="5621338"/>
          <p14:tracePt t="19224" x="2268538" y="5626100"/>
          <p14:tracePt t="19231" x="2262188" y="5654675"/>
          <p14:tracePt t="19238" x="2262188" y="5689600"/>
          <p14:tracePt t="19252" x="2262188" y="5757863"/>
          <p14:tracePt t="19266" x="2279650" y="5803900"/>
          <p14:tracePt t="19280" x="2314575" y="5843588"/>
          <p14:tracePt t="19287" x="2330450" y="5872163"/>
          <p14:tracePt t="19301" x="2365375" y="5945188"/>
          <p14:tracePt t="19307" x="2376488" y="5991225"/>
          <p14:tracePt t="19315" x="2376488" y="6042025"/>
          <p14:tracePt t="19321" x="2382838" y="6111875"/>
          <p14:tracePt t="19328" x="2400300" y="6219825"/>
          <p14:tracePt t="19335" x="2416175" y="6362700"/>
          <p14:tracePt t="19743" x="2416175" y="6356350"/>
          <p14:tracePt t="19745" x="2416175" y="6350000"/>
          <p14:tracePt t="19752" x="2416175" y="6345238"/>
          <p14:tracePt t="19759" x="2416175" y="6327775"/>
          <p14:tracePt t="19766" x="2416175" y="6310313"/>
          <p14:tracePt t="19924" x="2416175" y="6305550"/>
          <p14:tracePt t="19932" x="2416175" y="6299200"/>
          <p14:tracePt t="19941" x="2416175" y="6292850"/>
          <p14:tracePt t="19942" x="2416175" y="6288088"/>
          <p14:tracePt t="19947" x="2416175" y="6281738"/>
          <p14:tracePt t="19955" x="2416175" y="6270625"/>
          <p14:tracePt t="19961" x="2416175" y="6259513"/>
          <p14:tracePt t="19967" x="2416175" y="6248400"/>
          <p14:tracePt t="19974" x="2416175" y="6237288"/>
          <p14:tracePt t="19981" x="2416175" y="6230938"/>
          <p14:tracePt t="19988" x="2416175" y="6224588"/>
          <p14:tracePt t="20002" x="2416175" y="6213475"/>
          <p14:tracePt t="20016" x="2416175" y="6196013"/>
          <p14:tracePt t="20030" x="2416175" y="6184900"/>
          <p14:tracePt t="20037" x="2416175" y="6167438"/>
          <p14:tracePt t="20044" x="2416175" y="6151563"/>
          <p14:tracePt t="20058" x="2416175" y="6122988"/>
          <p14:tracePt t="20072" x="2416175" y="6065838"/>
          <p14:tracePt t="20086" x="2422525" y="5997575"/>
          <p14:tracePt t="20100" x="2439988" y="5922963"/>
          <p14:tracePt t="20106" x="2444750" y="5889625"/>
          <p14:tracePt t="20113" x="2451100" y="5854700"/>
          <p14:tracePt t="20120" x="2451100" y="5815013"/>
          <p14:tracePt t="20134" x="2462213" y="5718175"/>
          <p14:tracePt t="20141" x="2473325" y="5665788"/>
          <p14:tracePt t="20148" x="2473325" y="5597525"/>
          <p14:tracePt t="20162" x="2479675" y="5449888"/>
          <p14:tracePt t="20168" x="2479675" y="5364163"/>
          <p14:tracePt t="20183" x="2468563" y="5192713"/>
          <p14:tracePt t="20184" x="2462213" y="5170488"/>
          <p14:tracePt t="20184" x="2462213" y="5159375"/>
          <p14:tracePt t="20189" x="2455863" y="5119688"/>
          <p14:tracePt t="20204" x="2433638" y="4994275"/>
          <p14:tracePt t="20205" x="2428875" y="4983163"/>
          <p14:tracePt t="20206" x="2428875" y="4970463"/>
          <p14:tracePt t="20210" x="2422525" y="4941888"/>
          <p14:tracePt t="20217" x="2411413" y="4902200"/>
          <p14:tracePt t="20224" x="2405063" y="4851400"/>
          <p14:tracePt t="20231" x="2400300" y="4822825"/>
          <p14:tracePt t="20238" x="2393950" y="4787900"/>
          <p14:tracePt t="20245" x="2382838" y="4754563"/>
          <p14:tracePt t="20252" x="2376488" y="4725988"/>
          <p14:tracePt t="20259" x="2371725" y="4708525"/>
          <p14:tracePt t="20266" x="2359025" y="4691063"/>
          <p14:tracePt t="20273" x="2347913" y="4675188"/>
          <p14:tracePt t="20279" x="2343150" y="4662488"/>
          <p14:tracePt t="20287" x="2336800" y="4662488"/>
          <p14:tracePt t="20294" x="2336800" y="4657725"/>
          <p14:tracePt t="20779" x="2330450" y="4657725"/>
          <p14:tracePt t="20783" x="2325688" y="4657725"/>
          <p14:tracePt t="20787" x="2319338" y="4657725"/>
          <p14:tracePt t="20794" x="2297113" y="4657725"/>
          <p14:tracePt t="20808" x="2233613" y="4657725"/>
          <p14:tracePt t="20831" x="2081213" y="4646613"/>
          <p14:tracePt t="20836" x="2035175" y="4640263"/>
          <p14:tracePt t="20844" x="1949450" y="4618038"/>
          <p14:tracePt t="20849" x="1903413" y="4600575"/>
          <p14:tracePt t="20856" x="1846263" y="4572000"/>
          <p14:tracePt t="20863" x="1778000" y="4532313"/>
          <p14:tracePt t="20870" x="1704975" y="4481513"/>
          <p14:tracePt t="20877" x="1641475" y="4440238"/>
          <p14:tracePt t="20884" x="1562100" y="4383088"/>
          <p14:tracePt t="20891" x="1482725" y="4332288"/>
          <p14:tracePt t="20898" x="1397000" y="4270375"/>
          <p14:tracePt t="20905" x="1333500" y="4224338"/>
          <p14:tracePt t="20912" x="1276350" y="4184650"/>
          <p14:tracePt t="20919" x="1219200" y="4138613"/>
          <p14:tracePt t="20926" x="1168400" y="4110038"/>
          <p14:tracePt t="20933" x="1122363" y="4081463"/>
          <p14:tracePt t="20939" x="1077913" y="4052888"/>
          <p14:tracePt t="20954" x="981075" y="3973513"/>
          <p14:tracePt t="20967" x="889000" y="3859213"/>
          <p14:tracePt t="20982" x="820738" y="3740150"/>
          <p14:tracePt t="20995" x="769938" y="3603625"/>
          <p14:tracePt t="21009" x="730250" y="3489325"/>
          <p14:tracePt t="21024" x="695325" y="3397250"/>
          <p14:tracePt t="21037" x="666750" y="3335338"/>
          <p14:tracePt t="21051" x="655638" y="3317875"/>
          <p14:tracePt t="21065" x="649288" y="3306763"/>
          <p14:tracePt t="21722" x="649288" y="3300413"/>
          <p14:tracePt t="21725" x="649288" y="3295650"/>
          <p14:tracePt t="21731" x="649288" y="3271838"/>
          <p14:tracePt t="21738" x="649288" y="3214688"/>
          <p14:tracePt t="21752" x="638175" y="3016250"/>
          <p14:tracePt t="21753" x="638175" y="2987675"/>
          <p14:tracePt t="21754" x="633413" y="2970213"/>
          <p14:tracePt t="21759" x="620713" y="2895600"/>
          <p14:tracePt t="21766" x="604838" y="2794000"/>
          <p14:tracePt t="21773" x="581025" y="2673350"/>
          <p14:tracePt t="21780" x="558800" y="2543175"/>
          <p14:tracePt t="21794" x="523875" y="2263775"/>
          <p14:tracePt t="21808" x="508000" y="1944688"/>
          <p14:tracePt t="21822" x="501650" y="1612900"/>
          <p14:tracePt t="21835" x="523875" y="1304925"/>
          <p14:tracePt t="21842" x="547688" y="1150938"/>
          <p14:tracePt t="21849" x="569913" y="1031875"/>
          <p14:tracePt t="21856" x="587375" y="935038"/>
          <p14:tracePt t="21863" x="609600" y="827088"/>
          <p14:tracePt t="21870" x="633413" y="717550"/>
          <p14:tracePt t="21877" x="638175" y="644525"/>
          <p14:tracePt t="21884" x="649288" y="576263"/>
          <p14:tracePt t="21891" x="649288" y="530225"/>
          <p14:tracePt t="21898" x="660400" y="484188"/>
          <p14:tracePt t="21905" x="660400" y="466725"/>
          <p14:tracePt t="21912" x="666750" y="439738"/>
          <p14:tracePt t="21919" x="666750" y="433388"/>
          <p14:tracePt t="21926" x="673100" y="427038"/>
          <p14:tracePt t="21940" x="673100" y="422275"/>
          <p14:tracePt t="22025" x="666750" y="422275"/>
          <p14:tracePt t="22042" x="660400" y="422275"/>
          <p14:tracePt t="22081" x="666750" y="422275"/>
          <p14:tracePt t="22083" x="666750" y="427038"/>
          <p14:tracePt t="22085" x="673100" y="427038"/>
          <p14:tracePt t="22093" x="684213" y="433388"/>
          <p14:tracePt t="22107" x="717550" y="444500"/>
          <p14:tracePt t="22113" x="735013" y="450850"/>
          <p14:tracePt t="22128" x="792163" y="466725"/>
          <p14:tracePt t="22141" x="849313" y="473075"/>
          <p14:tracePt t="22148" x="877888" y="484188"/>
          <p14:tracePt t="22155" x="906463" y="490538"/>
          <p14:tracePt t="22162" x="935038" y="495300"/>
          <p14:tracePt t="22169" x="963613" y="501650"/>
          <p14:tracePt t="22176" x="996950" y="512763"/>
          <p14:tracePt t="22183" x="1049338" y="530225"/>
          <p14:tracePt t="22197" x="1208088" y="576263"/>
          <p14:tracePt t="22204" x="1316038" y="609600"/>
          <p14:tracePt t="22218" x="1687513" y="706438"/>
          <p14:tracePt t="22232" x="2085975" y="792163"/>
          <p14:tracePt t="22239" x="2376488" y="860425"/>
          <p14:tracePt t="22248" x="2730500" y="952500"/>
          <p14:tracePt t="22256" x="2957513" y="1025525"/>
          <p14:tracePt t="22263" x="3163888" y="1111250"/>
          <p14:tracePt t="22270" x="3305175" y="1179513"/>
          <p14:tracePt t="22278" x="3390900" y="1247775"/>
          <p14:tracePt t="22285" x="3443288" y="1311275"/>
          <p14:tracePt t="22286" x="3454400" y="1328738"/>
          <p14:tracePt t="22286" x="3454400" y="1339850"/>
          <p14:tracePt t="22289" x="3465513" y="1350963"/>
          <p14:tracePt t="22295" x="3471863" y="1390650"/>
          <p14:tracePt t="22304" x="3476625" y="1454150"/>
          <p14:tracePt t="22313" x="3471863" y="1533525"/>
          <p14:tracePt t="22320" x="3448050" y="1619250"/>
          <p14:tracePt t="22326" x="3430588" y="1676400"/>
          <p14:tracePt t="22331" x="3419475" y="1709738"/>
          <p14:tracePt t="22336" x="3403600" y="1749425"/>
          <p14:tracePt t="22342" x="3390900" y="1790700"/>
          <p14:tracePt t="22349" x="3379788" y="1830388"/>
          <p14:tracePt t="22363" x="3362325" y="1903413"/>
          <p14:tracePt t="22370" x="3357563" y="1944688"/>
          <p14:tracePt t="22377" x="3340100" y="1989138"/>
          <p14:tracePt t="22384" x="3322638" y="2041525"/>
          <p14:tracePt t="22391" x="3300413" y="2103438"/>
          <p14:tracePt t="22405" x="3254375" y="2222500"/>
          <p14:tracePt t="22412" x="3221038" y="2297113"/>
          <p14:tracePt t="22426" x="3146425" y="2457450"/>
          <p14:tracePt t="22440" x="3067050" y="2587625"/>
          <p14:tracePt t="22446" x="3032125" y="2622550"/>
          <p14:tracePt t="22453" x="2998788" y="2655888"/>
          <p14:tracePt t="22460" x="2963863" y="2690813"/>
          <p14:tracePt t="22467" x="2928938" y="2713038"/>
          <p14:tracePt t="22474" x="2878138" y="2741613"/>
          <p14:tracePt t="22481" x="2820988" y="2765425"/>
          <p14:tracePt t="22488" x="2741613" y="2805113"/>
          <p14:tracePt t="22495" x="2638425" y="2838450"/>
          <p14:tracePt t="22509" x="2376488" y="2906713"/>
          <p14:tracePt t="22516" x="2233613" y="2941638"/>
          <p14:tracePt t="22523" x="2068513" y="2970213"/>
          <p14:tracePt t="22530" x="1927225" y="2998788"/>
          <p14:tracePt t="22537" x="1733550" y="3021013"/>
          <p14:tracePt t="22543" x="1555750" y="3044825"/>
          <p14:tracePt t="22550" x="1408113" y="3060700"/>
          <p14:tracePt t="22558" x="1203325" y="3073400"/>
          <p14:tracePt t="22564" x="1020763" y="3073400"/>
          <p14:tracePt t="22571" x="798513" y="3073400"/>
          <p14:tracePt t="22586" x="369888" y="3055938"/>
          <p14:tracePt t="22586" x="279400" y="3044825"/>
          <p14:tracePt t="22587" x="244475" y="3044825"/>
          <p14:tracePt t="22592" x="153988" y="3038475"/>
          <p14:tracePt t="22819" x="50800" y="1265238"/>
          <p14:tracePt t="22820" x="85725" y="1271588"/>
          <p14:tracePt t="22821" x="114300" y="1276350"/>
          <p14:tracePt t="22823" x="187325" y="1293813"/>
          <p14:tracePt t="22824" x="228600" y="1293813"/>
          <p14:tracePt t="22825" x="257175" y="1304925"/>
          <p14:tracePt t="22825" x="296863" y="1311275"/>
          <p14:tracePt t="22828" x="341313" y="1317625"/>
          <p14:tracePt t="22836" x="655638" y="1373188"/>
          <p14:tracePt t="22850" x="1276350" y="1493838"/>
          <p14:tracePt t="22856" x="1601788" y="1568450"/>
          <p14:tracePt t="22871" x="2290763" y="1709738"/>
          <p14:tracePt t="22881" x="2820988" y="1824038"/>
          <p14:tracePt t="22890" x="3225800" y="1916113"/>
          <p14:tracePt t="22897" x="3471863" y="1984375"/>
          <p14:tracePt t="22904" x="3648075" y="2041525"/>
          <p14:tracePt t="22913" x="3784600" y="2120900"/>
          <p14:tracePt t="22920" x="3841750" y="2171700"/>
          <p14:tracePt t="22926" x="3859213" y="2222500"/>
          <p14:tracePt t="22935" x="3859213" y="2297113"/>
          <p14:tracePt t="22941" x="3848100" y="2389188"/>
          <p14:tracePt t="22946" x="3819525" y="2462213"/>
          <p14:tracePt t="22953" x="3756025" y="2611438"/>
          <p14:tracePt t="22960" x="3687763" y="2759075"/>
          <p14:tracePt t="22967" x="3625850" y="2884488"/>
          <p14:tracePt t="22974" x="3556000" y="3009900"/>
          <p14:tracePt t="22981" x="3511550" y="3084513"/>
          <p14:tracePt t="22988" x="3459163" y="3163888"/>
          <p14:tracePt t="22995" x="3403600" y="3227388"/>
          <p14:tracePt t="23009" x="3271838" y="3324225"/>
          <p14:tracePt t="23023" x="3111500" y="3392488"/>
          <p14:tracePt t="23030" x="3021013" y="3421063"/>
          <p14:tracePt t="23044" x="2763838" y="3471863"/>
          <p14:tracePt t="23051" x="2638425" y="3489325"/>
          <p14:tracePt t="23057" x="2508250" y="3511550"/>
          <p14:tracePt t="23064" x="2371725" y="3522663"/>
          <p14:tracePt t="23079" x="2120900" y="3529013"/>
          <p14:tracePt t="23085" x="2024063" y="3517900"/>
          <p14:tracePt t="23092" x="1920875" y="3482975"/>
          <p14:tracePt t="23099" x="1830388" y="3436938"/>
          <p14:tracePt t="23106" x="1749425" y="3397250"/>
          <p14:tracePt t="23113" x="1652588" y="3363913"/>
          <p14:tracePt t="23120" x="1527175" y="3311525"/>
          <p14:tracePt t="23127" x="1401763" y="3267075"/>
          <p14:tracePt t="23134" x="1282700" y="3232150"/>
          <p14:tracePt t="23141" x="1179513" y="3198813"/>
          <p14:tracePt t="23148" x="1077913" y="3163888"/>
          <p14:tracePt t="23155" x="957263" y="3124200"/>
          <p14:tracePt t="23162" x="871538" y="3095625"/>
          <p14:tracePt t="23169" x="785813" y="3060700"/>
          <p14:tracePt t="23176" x="712788" y="3027363"/>
          <p14:tracePt t="23182" x="644525" y="2998788"/>
          <p14:tracePt t="23190" x="592138" y="2970213"/>
          <p14:tracePt t="23196" x="558800" y="2947988"/>
          <p14:tracePt t="23203" x="519113" y="2930525"/>
          <p14:tracePt t="23210" x="490538" y="2913063"/>
          <p14:tracePt t="23224" x="438150" y="2895600"/>
          <p14:tracePt t="23231" x="422275" y="2895600"/>
          <p14:tracePt t="23238" x="398463" y="2895600"/>
          <p14:tracePt t="23245" x="376238" y="2895600"/>
          <p14:tracePt t="23252" x="354013" y="2895600"/>
          <p14:tracePt t="23259" x="325438" y="2895600"/>
          <p14:tracePt t="23266" x="301625" y="2895600"/>
          <p14:tracePt t="23273" x="279400" y="2906713"/>
          <p14:tracePt t="23280" x="257175" y="2906713"/>
          <p14:tracePt t="23287" x="244475" y="2906713"/>
          <p14:tracePt t="23294" x="233363" y="2906713"/>
          <p14:tracePt t="23301" x="228600" y="2906713"/>
          <p14:tracePt t="23362" x="228600" y="2913063"/>
          <p14:tracePt t="23365" x="222250" y="2913063"/>
          <p14:tracePt t="23370" x="215900" y="2919413"/>
          <p14:tracePt t="23377" x="204788" y="2930525"/>
          <p14:tracePt t="23391" x="165100" y="2959100"/>
          <p14:tracePt t="23398" x="147638" y="2970213"/>
          <p14:tracePt t="23405" x="136525" y="2976563"/>
          <p14:tracePt t="23412" x="131763" y="2981325"/>
          <p14:tracePt t="23482" x="136525" y="2981325"/>
          <p14:tracePt t="23484" x="142875" y="2981325"/>
          <p14:tracePt t="23488" x="147638" y="2976563"/>
          <p14:tracePt t="23495" x="165100" y="2963863"/>
          <p14:tracePt t="23502" x="182563" y="2959100"/>
          <p14:tracePt t="23509" x="200025" y="2947988"/>
          <p14:tracePt t="23517" x="222250" y="2935288"/>
          <p14:tracePt t="23523" x="239713" y="2935288"/>
          <p14:tracePt t="23530" x="257175" y="2924175"/>
          <p14:tracePt t="23537" x="268288" y="2924175"/>
          <p14:tracePt t="23544" x="273050" y="2924175"/>
          <p14:tracePt t="23558" x="285750" y="2924175"/>
          <p14:tracePt t="23567" x="285750" y="2919413"/>
          <p14:tracePt t="23595" x="290513" y="2919413"/>
          <p14:tracePt t="23602" x="296863" y="2919413"/>
          <p14:tracePt t="23608" x="301625" y="2919413"/>
          <p14:tracePt t="23612" x="307975" y="2919413"/>
          <p14:tracePt t="23616" x="312738" y="2919413"/>
          <p14:tracePt t="23621" x="319088" y="2913063"/>
          <p14:tracePt t="23622" x="325438" y="2913063"/>
          <p14:tracePt t="23627" x="330200" y="2913063"/>
          <p14:tracePt t="23634" x="341313" y="2901950"/>
          <p14:tracePt t="23641" x="354013" y="2895600"/>
          <p14:tracePt t="23648" x="365125" y="2895600"/>
          <p14:tracePt t="23655" x="365125" y="2890838"/>
          <p14:tracePt t="23662" x="376238" y="2884488"/>
          <p14:tracePt t="23668" x="376238" y="2878138"/>
          <p14:tracePt t="23675" x="382588" y="2873375"/>
          <p14:tracePt t="23682" x="393700" y="2862263"/>
          <p14:tracePt t="23689" x="404813" y="2851150"/>
          <p14:tracePt t="23696" x="422275" y="2844800"/>
          <p14:tracePt t="23703" x="444500" y="2827338"/>
          <p14:tracePt t="23711" x="466725" y="2822575"/>
          <p14:tracePt t="23717" x="490538" y="2816225"/>
          <p14:tracePt t="23724" x="512763" y="2805113"/>
          <p14:tracePt t="23731" x="536575" y="2794000"/>
          <p14:tracePt t="23738" x="563563" y="2781300"/>
          <p14:tracePt t="23745" x="581025" y="2770188"/>
          <p14:tracePt t="23752" x="598488" y="2765425"/>
          <p14:tracePt t="23759" x="609600" y="2759075"/>
          <p14:tracePt t="23766" x="615950" y="2752725"/>
          <p14:tracePt t="23773" x="620713" y="2747963"/>
          <p14:tracePt t="23780" x="633413" y="2741613"/>
          <p14:tracePt t="23787" x="644525" y="2736850"/>
          <p14:tracePt t="23794" x="660400" y="2730500"/>
          <p14:tracePt t="23801" x="673100" y="2725738"/>
          <p14:tracePt t="23807" x="684213" y="2719388"/>
          <p14:tracePt t="23816" x="695325" y="2719388"/>
          <p14:tracePt t="23821" x="706438" y="2713038"/>
          <p14:tracePt t="23829" x="712788" y="2708275"/>
          <p14:tracePt t="23842" x="735013" y="2708275"/>
          <p14:tracePt t="23871" x="741363" y="2708275"/>
          <p14:tracePt t="23879" x="746125" y="2708275"/>
          <p14:tracePt t="23886" x="752475" y="2708275"/>
          <p14:tracePt t="23890" x="758825" y="2708275"/>
          <p14:tracePt t="23898" x="763588" y="2708275"/>
          <p14:tracePt t="23905" x="785813" y="2708275"/>
          <p14:tracePt t="23913" x="820738" y="2708275"/>
          <p14:tracePt t="23926" x="923925" y="2701925"/>
          <p14:tracePt t="23933" x="992188" y="2690813"/>
          <p14:tracePt t="23940" x="1054100" y="2690813"/>
          <p14:tracePt t="23954" x="1190625" y="2679700"/>
          <p14:tracePt t="23961" x="1243013" y="2679700"/>
          <p14:tracePt t="23968" x="1293813" y="2679700"/>
          <p14:tracePt t="23974" x="1344613" y="2679700"/>
          <p14:tracePt t="23981" x="1384300" y="2679700"/>
          <p14:tracePt t="23995" x="1487488" y="2668588"/>
          <p14:tracePt t="24002" x="1533525" y="2668588"/>
          <p14:tracePt t="24010" x="1579563" y="2662238"/>
          <p14:tracePt t="24016" x="1635125" y="2662238"/>
          <p14:tracePt t="24023" x="1681163" y="2655888"/>
          <p14:tracePt t="24030" x="1749425" y="2651125"/>
          <p14:tracePt t="24037" x="1812925" y="2644775"/>
          <p14:tracePt t="24051" x="1927225" y="2627313"/>
          <p14:tracePt t="24058" x="1982788" y="2627313"/>
          <p14:tracePt t="24065" x="2035175" y="2622550"/>
          <p14:tracePt t="24072" x="2085975" y="2622550"/>
          <p14:tracePt t="24078" x="2132013" y="2616200"/>
          <p14:tracePt t="24085" x="2182813" y="2605088"/>
          <p14:tracePt t="24092" x="2217738" y="2600325"/>
          <p14:tracePt t="24099" x="2251075" y="2593975"/>
          <p14:tracePt t="24106" x="2274888" y="2587625"/>
          <p14:tracePt t="24113" x="2297113" y="2587625"/>
          <p14:tracePt t="24127" x="2347913" y="2582863"/>
          <p14:tracePt t="24134" x="2371725" y="2582863"/>
          <p14:tracePt t="24141" x="2405063" y="2582863"/>
          <p14:tracePt t="24148" x="2433638" y="2582863"/>
          <p14:tracePt t="24155" x="2468563" y="2582863"/>
          <p14:tracePt t="24162" x="2508250" y="2582863"/>
          <p14:tracePt t="24169" x="2536825" y="2582863"/>
          <p14:tracePt t="24175" x="2570163" y="2582863"/>
          <p14:tracePt t="24182" x="2605088" y="2587625"/>
          <p14:tracePt t="24189" x="2633663" y="2593975"/>
          <p14:tracePt t="24196" x="2667000" y="2593975"/>
          <p14:tracePt t="24203" x="2695575" y="2593975"/>
          <p14:tracePt t="24210" x="2724150" y="2600325"/>
          <p14:tracePt t="24217" x="2741613" y="2600325"/>
          <p14:tracePt t="24224" x="2763838" y="2600325"/>
          <p14:tracePt t="24231" x="2781300" y="2600325"/>
          <p14:tracePt t="24238" x="2798763" y="2600325"/>
          <p14:tracePt t="24245" x="2816225" y="2600325"/>
          <p14:tracePt t="24252" x="2844800" y="2600325"/>
          <p14:tracePt t="24259" x="2867025" y="2600325"/>
          <p14:tracePt t="24266" x="2889250" y="2600325"/>
          <p14:tracePt t="24273" x="2917825" y="2600325"/>
          <p14:tracePt t="24280" x="2952750" y="2600325"/>
          <p14:tracePt t="24287" x="2981325" y="2600325"/>
          <p14:tracePt t="24294" x="3009900" y="2600325"/>
          <p14:tracePt t="24301" x="3043238" y="2605088"/>
          <p14:tracePt t="24308" x="3060700" y="2611438"/>
          <p14:tracePt t="24315" x="3078163" y="2616200"/>
          <p14:tracePt t="24321" x="3100388" y="2622550"/>
          <p14:tracePt t="24328" x="3111500" y="2633663"/>
          <p14:tracePt t="24335" x="3124200" y="2640013"/>
          <p14:tracePt t="24342" x="3140075" y="2640013"/>
          <p14:tracePt t="24349" x="3146425" y="2644775"/>
          <p14:tracePt t="24356" x="3157538" y="2655888"/>
          <p14:tracePt t="24363" x="3168650" y="2655888"/>
          <p14:tracePt t="24370" x="3168650" y="2662238"/>
          <p14:tracePt t="24377" x="3186113" y="2662238"/>
          <p14:tracePt t="24384" x="3192463" y="2668588"/>
          <p14:tracePt t="24398" x="3208338" y="2684463"/>
          <p14:tracePt t="24405" x="3214688" y="2690813"/>
          <p14:tracePt t="24412" x="3225800" y="2697163"/>
          <p14:tracePt t="24419" x="3236913" y="2708275"/>
          <p14:tracePt t="24426" x="3243263" y="2713038"/>
          <p14:tracePt t="24433" x="3249613" y="2719388"/>
          <p14:tracePt t="24440" x="3260725" y="2725738"/>
          <p14:tracePt t="24451" x="3265488" y="2725738"/>
          <p14:tracePt t="24460" x="3265488" y="2730500"/>
          <p14:tracePt t="24479" x="3271838" y="2730500"/>
          <p14:tracePt t="24492" x="3278188" y="2730500"/>
          <p14:tracePt t="24496" x="3282950" y="2730500"/>
          <p14:tracePt t="24505" x="3289300" y="2730500"/>
          <p14:tracePt t="24520" x="3294063" y="2730500"/>
          <p14:tracePt t="24527" x="3300413" y="2730500"/>
          <p14:tracePt t="24531" x="3305175" y="2730500"/>
          <p14:tracePt t="24559" x="3311525" y="2730500"/>
          <p14:tracePt t="24567" x="3311525" y="2736850"/>
          <p14:tracePt t="24568" x="3317875" y="2736850"/>
          <p14:tracePt t="24577" x="3322638" y="2736850"/>
          <p14:tracePt t="24581" x="3328988" y="2736850"/>
          <p14:tracePt t="24585" x="3333750" y="2736850"/>
          <p14:tracePt t="24592" x="3340100" y="2736850"/>
          <p14:tracePt t="24600" x="3346450" y="2736850"/>
          <p14:tracePt t="24611" x="3362325" y="2736850"/>
          <p14:tracePt t="24619" x="3368675" y="2736850"/>
          <p14:tracePt t="24624" x="3379788" y="2741613"/>
          <p14:tracePt t="24630" x="3386138" y="2741613"/>
          <p14:tracePt t="24635" x="3390900" y="2741613"/>
          <p14:tracePt t="24641" x="3397250" y="2741613"/>
          <p14:tracePt t="24648" x="3403600" y="2747963"/>
          <p14:tracePt t="24655" x="3403600" y="2752725"/>
          <p14:tracePt t="24662" x="3414713" y="2759075"/>
          <p14:tracePt t="24669" x="3419475" y="2765425"/>
          <p14:tracePt t="24676" x="3419475" y="2776538"/>
          <p14:tracePt t="24682" x="3430588" y="2781300"/>
          <p14:tracePt t="24689" x="3430588" y="2787650"/>
          <p14:tracePt t="24697" x="3443288" y="2798763"/>
          <p14:tracePt t="24703" x="3448050" y="2809875"/>
          <p14:tracePt t="24711" x="3459163" y="2822575"/>
          <p14:tracePt t="24717" x="3471863" y="2833688"/>
          <p14:tracePt t="24732" x="3476625" y="2851150"/>
          <p14:tracePt t="24738" x="3482975" y="2855913"/>
          <p14:tracePt t="24745" x="3482975" y="2862263"/>
          <p14:tracePt t="24752" x="3487738" y="2867025"/>
          <p14:tracePt t="24759" x="3494088" y="2873375"/>
          <p14:tracePt t="24772" x="3494088" y="2878138"/>
          <p14:tracePt t="24784" x="3494088" y="2884488"/>
          <p14:tracePt t="24789" x="3494088" y="2890838"/>
          <p14:tracePt t="24790" x="3500438" y="2890838"/>
          <p14:tracePt t="24793" x="3500438" y="2895600"/>
          <p14:tracePt t="24800" x="3505200" y="2906713"/>
          <p14:tracePt t="24807" x="3505200" y="2919413"/>
          <p14:tracePt t="24815" x="3505200" y="2930525"/>
          <p14:tracePt t="24822" x="3511550" y="2947988"/>
          <p14:tracePt t="24836" x="3516313" y="2970213"/>
          <p14:tracePt t="24842" x="3516313" y="2981325"/>
          <p14:tracePt t="24849" x="3516313" y="2987675"/>
          <p14:tracePt t="24856" x="3516313" y="2998788"/>
          <p14:tracePt t="24865" x="3516313" y="3003550"/>
          <p14:tracePt t="24871" x="3516313" y="3009900"/>
          <p14:tracePt t="24882" x="3516313" y="3016250"/>
          <p14:tracePt t="24940" x="3516313" y="3021013"/>
          <p14:tracePt t="24946" x="3516313" y="3027363"/>
          <p14:tracePt t="24951" x="3511550" y="3027363"/>
          <p14:tracePt t="24953" x="3511550" y="3032125"/>
          <p14:tracePt t="24968" x="3505200" y="3049588"/>
          <p14:tracePt t="24974" x="3500438" y="3060700"/>
          <p14:tracePt t="24988" x="3487738" y="3084513"/>
          <p14:tracePt t="24995" x="3482975" y="3089275"/>
          <p14:tracePt t="25009" x="3459163" y="3117850"/>
          <p14:tracePt t="25023" x="3436938" y="3146425"/>
          <p14:tracePt t="25037" x="3408363" y="3170238"/>
          <p14:tracePt t="25044" x="3390900" y="3181350"/>
          <p14:tracePt t="25051" x="3368675" y="3198813"/>
          <p14:tracePt t="25065" x="3333750" y="3221038"/>
          <p14:tracePt t="25079" x="3289300" y="3238500"/>
          <p14:tracePt t="25086" x="3265488" y="3249613"/>
          <p14:tracePt t="25093" x="3243263" y="3260725"/>
          <p14:tracePt t="25106" x="3197225" y="3267075"/>
          <p14:tracePt t="25107" x="3186113" y="3267075"/>
          <p14:tracePt t="25108" x="3186113" y="3271838"/>
          <p14:tracePt t="25109" x="3179763" y="3271838"/>
          <p14:tracePt t="25113" x="3163888" y="3271838"/>
          <p14:tracePt t="25127" x="3082925" y="3282950"/>
          <p14:tracePt t="25134" x="3027363" y="3282950"/>
          <p14:tracePt t="25141" x="2952750" y="3295650"/>
          <p14:tracePt t="25148" x="2844800" y="3300413"/>
          <p14:tracePt t="25155" x="2747963" y="3311525"/>
          <p14:tracePt t="25162" x="2651125" y="3317875"/>
          <p14:tracePt t="25176" x="2405063" y="3335338"/>
          <p14:tracePt t="25183" x="2286000" y="3346450"/>
          <p14:tracePt t="25190" x="2165350" y="3352800"/>
          <p14:tracePt t="25204" x="1955800" y="3368675"/>
          <p14:tracePt t="25205" x="1931988" y="3368675"/>
          <p14:tracePt t="25205" x="1920875" y="3368675"/>
          <p14:tracePt t="25210" x="1870075" y="3368675"/>
          <p14:tracePt t="25217" x="1784350" y="3375025"/>
          <p14:tracePt t="25231" x="1670050" y="3379788"/>
          <p14:tracePt t="25238" x="1624013" y="3379788"/>
          <p14:tracePt t="25252" x="1550988" y="3379788"/>
          <p14:tracePt t="25253" x="1533525" y="3379788"/>
          <p14:tracePt t="25254" x="1522413" y="3379788"/>
          <p14:tracePt t="25266" x="1470025" y="3379788"/>
          <p14:tracePt t="25273" x="1436688" y="3379788"/>
          <p14:tracePt t="25287" x="1357313" y="3379788"/>
          <p14:tracePt t="25301" x="1254125" y="3379788"/>
          <p14:tracePt t="25307" x="1196975" y="3379788"/>
          <p14:tracePt t="25315" x="1135063" y="3379788"/>
          <p14:tracePt t="25322" x="1077913" y="3379788"/>
          <p14:tracePt t="25328" x="1025525" y="3375025"/>
          <p14:tracePt t="25335" x="968375" y="3363913"/>
          <p14:tracePt t="25342" x="917575" y="3357563"/>
          <p14:tracePt t="25349" x="871538" y="3352800"/>
          <p14:tracePt t="25356" x="827088" y="3340100"/>
          <p14:tracePt t="25363" x="774700" y="3328988"/>
          <p14:tracePt t="25377" x="673100" y="3311525"/>
          <p14:tracePt t="25384" x="633413" y="3295650"/>
          <p14:tracePt t="25391" x="581025" y="3282950"/>
          <p14:tracePt t="25405" x="501650" y="3243263"/>
          <p14:tracePt t="25412" x="461963" y="3214688"/>
          <p14:tracePt t="25419" x="422275" y="3186113"/>
          <p14:tracePt t="25426" x="398463" y="3163888"/>
          <p14:tracePt t="25440" x="354013" y="3113088"/>
          <p14:tracePt t="25447" x="330200" y="3089275"/>
          <p14:tracePt t="25453" x="307975" y="3060700"/>
          <p14:tracePt t="25460" x="290513" y="3038475"/>
          <p14:tracePt t="25474" x="261938" y="2998788"/>
          <p14:tracePt t="25488" x="250825" y="2976563"/>
          <p14:tracePt t="25495" x="244475" y="2959100"/>
          <p14:tracePt t="25502" x="244475" y="2941638"/>
          <p14:tracePt t="25516" x="244475" y="2906713"/>
          <p14:tracePt t="25523" x="244475" y="2878138"/>
          <p14:tracePt t="25530" x="244475" y="2855913"/>
          <p14:tracePt t="25537" x="250825" y="2833688"/>
          <p14:tracePt t="25544" x="250825" y="2816225"/>
          <p14:tracePt t="25551" x="250825" y="2798763"/>
          <p14:tracePt t="25558" x="250825" y="2781300"/>
          <p14:tracePt t="25565" x="250825" y="2765425"/>
          <p14:tracePt t="25579" x="250825" y="2730500"/>
          <p14:tracePt t="25585" x="257175" y="2719388"/>
          <p14:tracePt t="25592" x="261938" y="2708275"/>
          <p14:tracePt t="25599" x="261938" y="2697163"/>
          <p14:tracePt t="25606" x="268288" y="2684463"/>
          <p14:tracePt t="25613" x="273050" y="2679700"/>
          <p14:tracePt t="25620" x="273050" y="2673350"/>
          <p14:tracePt t="25627" x="279400" y="2668588"/>
          <p14:tracePt t="25634" x="285750" y="2668588"/>
          <p14:tracePt t="25641" x="285750" y="2662238"/>
          <p14:tracePt t="25648" x="296863" y="2655888"/>
          <p14:tracePt t="25655" x="307975" y="2655888"/>
          <p14:tracePt t="25662" x="319088" y="2644775"/>
          <p14:tracePt t="25669" x="336550" y="2644775"/>
          <p14:tracePt t="25676" x="358775" y="2640013"/>
          <p14:tracePt t="25683" x="382588" y="2640013"/>
          <p14:tracePt t="25690" x="422275" y="2640013"/>
          <p14:tracePt t="25697" x="461963" y="2640013"/>
          <p14:tracePt t="25711" x="569913" y="2644775"/>
          <p14:tracePt t="25717" x="627063" y="2651125"/>
          <p14:tracePt t="25724" x="701675" y="2662238"/>
          <p14:tracePt t="25731" x="769938" y="2662238"/>
          <p14:tracePt t="25745" x="923925" y="2673350"/>
          <p14:tracePt t="25752" x="1014413" y="2673350"/>
          <p14:tracePt t="25759" x="1089025" y="2673350"/>
          <p14:tracePt t="25766" x="1168400" y="2673350"/>
          <p14:tracePt t="25773" x="1265238" y="2673350"/>
          <p14:tracePt t="25780" x="1333500" y="2673350"/>
          <p14:tracePt t="25787" x="1412875" y="2668588"/>
          <p14:tracePt t="25794" x="1482725" y="2662238"/>
          <p14:tracePt t="25801" x="1555750" y="2662238"/>
          <p14:tracePt t="25820" x="1749425" y="2651125"/>
          <p14:tracePt t="25825" x="1795463" y="2651125"/>
          <p14:tracePt t="25835" x="1909763" y="2651125"/>
          <p14:tracePt t="25849" x="2063750" y="2651125"/>
          <p14:tracePt t="25856" x="2132013" y="2655888"/>
          <p14:tracePt t="25863" x="2217738" y="2662238"/>
          <p14:tracePt t="25870" x="2303463" y="2668588"/>
          <p14:tracePt t="25877" x="2405063" y="2673350"/>
          <p14:tracePt t="25884" x="2501900" y="2679700"/>
          <p14:tracePt t="25891" x="2593975" y="2690813"/>
          <p14:tracePt t="25898" x="2679700" y="2701925"/>
          <p14:tracePt t="25905" x="2759075" y="2708275"/>
          <p14:tracePt t="25912" x="2820988" y="2713038"/>
          <p14:tracePt t="25919" x="2873375" y="2719388"/>
          <p14:tracePt t="25926" x="2913063" y="2719388"/>
          <p14:tracePt t="25933" x="2946400" y="2719388"/>
          <p14:tracePt t="25940" x="2974975" y="2719388"/>
          <p14:tracePt t="25947" x="2998788" y="2719388"/>
          <p14:tracePt t="25953" x="3014663" y="2719388"/>
          <p14:tracePt t="25960" x="3027363" y="2719388"/>
          <p14:tracePt t="25967" x="3032125" y="2719388"/>
          <p14:tracePt t="25976" x="3038475" y="2719388"/>
          <p14:tracePt t="25981" x="3043238" y="2719388"/>
          <p14:tracePt t="25992" x="3049588" y="2719388"/>
          <p14:tracePt t="25998" x="3054350" y="2719388"/>
          <p14:tracePt t="26004" x="3054350" y="2725738"/>
          <p14:tracePt t="26009" x="3060700" y="2725738"/>
          <p14:tracePt t="26016" x="3071813" y="2736850"/>
          <p14:tracePt t="26023" x="3082925" y="2736850"/>
          <p14:tracePt t="26030" x="3095625" y="2747963"/>
          <p14:tracePt t="26037" x="3111500" y="2747963"/>
          <p14:tracePt t="26044" x="3128963" y="2759075"/>
          <p14:tracePt t="26051" x="3140075" y="2765425"/>
          <p14:tracePt t="26057" x="3157538" y="2776538"/>
          <p14:tracePt t="26064" x="3186113" y="2787650"/>
          <p14:tracePt t="26071" x="3197225" y="2798763"/>
          <p14:tracePt t="26079" x="3225800" y="2809875"/>
          <p14:tracePt t="26085" x="3243263" y="2827338"/>
          <p14:tracePt t="26092" x="3265488" y="2838450"/>
          <p14:tracePt t="26099" x="3278188" y="2851150"/>
          <p14:tracePt t="26106" x="3289300" y="2867025"/>
          <p14:tracePt t="26113" x="3300413" y="2878138"/>
          <p14:tracePt t="26120" x="3311525" y="2895600"/>
          <p14:tracePt t="26127" x="3322638" y="2906713"/>
          <p14:tracePt t="26134" x="3328988" y="2919413"/>
          <p14:tracePt t="26141" x="3340100" y="2924175"/>
          <p14:tracePt t="26150" x="3346450" y="2935288"/>
          <p14:tracePt t="26157" x="3346450" y="2941638"/>
          <p14:tracePt t="26162" x="3351213" y="2947988"/>
          <p14:tracePt t="26169" x="3357563" y="2959100"/>
          <p14:tracePt t="26176" x="3368675" y="2963863"/>
          <p14:tracePt t="26183" x="3368675" y="2976563"/>
          <p14:tracePt t="26190" x="3375025" y="2981325"/>
          <p14:tracePt t="26197" x="3379788" y="2992438"/>
          <p14:tracePt t="26205" x="3379788" y="2998788"/>
          <p14:tracePt t="26210" x="3386138" y="2998788"/>
          <p14:tracePt t="26218" x="3386138" y="3003550"/>
          <p14:tracePt t="26281" x="3386138" y="3009900"/>
          <p14:tracePt t="26288" x="3386138" y="3016250"/>
          <p14:tracePt t="26295" x="3386138" y="3021013"/>
          <p14:tracePt t="26297" x="3386138" y="3027363"/>
          <p14:tracePt t="26311" x="3386138" y="3038475"/>
          <p14:tracePt t="26317" x="3379788" y="3055938"/>
          <p14:tracePt t="26323" x="3375025" y="3060700"/>
          <p14:tracePt t="26329" x="3368675" y="3078163"/>
          <p14:tracePt t="26336" x="3351213" y="3089275"/>
          <p14:tracePt t="26343" x="3333750" y="3113088"/>
          <p14:tracePt t="26349" x="3311525" y="3135313"/>
          <p14:tracePt t="26363" x="3260725" y="3181350"/>
          <p14:tracePt t="26370" x="3225800" y="3203575"/>
          <p14:tracePt t="26377" x="3192463" y="3227388"/>
          <p14:tracePt t="26384" x="3152775" y="3254375"/>
          <p14:tracePt t="26391" x="3106738" y="3271838"/>
          <p14:tracePt t="26398" x="3060700" y="3289300"/>
          <p14:tracePt t="26405" x="3009900" y="3311525"/>
          <p14:tracePt t="26412" x="2963863" y="3324225"/>
          <p14:tracePt t="26419" x="2906713" y="3346450"/>
          <p14:tracePt t="26426" x="2849563" y="3357563"/>
          <p14:tracePt t="26433" x="2787650" y="3375025"/>
          <p14:tracePt t="26439" x="2724150" y="3392488"/>
          <p14:tracePt t="26447" x="2644775" y="3408363"/>
          <p14:tracePt t="26453" x="2565400" y="3425825"/>
          <p14:tracePt t="26468" x="2382838" y="3454400"/>
          <p14:tracePt t="26474" x="2274888" y="3471863"/>
          <p14:tracePt t="26481" x="2200275" y="3478213"/>
          <p14:tracePt t="26488" x="2108200" y="3489325"/>
          <p14:tracePt t="26495" x="2000250" y="3494088"/>
          <p14:tracePt t="26502" x="1914525" y="3494088"/>
          <p14:tracePt t="26509" x="1830388" y="3500438"/>
          <p14:tracePt t="26516" x="1749425" y="3500438"/>
          <p14:tracePt t="26523" x="1681163" y="3500438"/>
          <p14:tracePt t="26530" x="1612900" y="3500438"/>
          <p14:tracePt t="26537" x="1544638" y="3500438"/>
          <p14:tracePt t="26544" x="1493838" y="3489325"/>
          <p14:tracePt t="26551" x="1441450" y="3482975"/>
          <p14:tracePt t="26558" x="1368425" y="3478213"/>
          <p14:tracePt t="26564" x="1311275" y="3465513"/>
          <p14:tracePt t="26571" x="1243013" y="3454400"/>
          <p14:tracePt t="26578" x="1179513" y="3436938"/>
          <p14:tracePt t="26585" x="1106488" y="3421063"/>
          <p14:tracePt t="26592" x="1031875" y="3408363"/>
          <p14:tracePt t="26599" x="963613" y="3386138"/>
          <p14:tracePt t="26606" x="871538" y="3363913"/>
          <p14:tracePt t="26613" x="785813" y="3328988"/>
          <p14:tracePt t="26620" x="695325" y="3300413"/>
          <p14:tracePt t="26627" x="598488" y="3267075"/>
          <p14:tracePt t="26634" x="501650" y="3227388"/>
          <p14:tracePt t="26641" x="404813" y="3186113"/>
          <p14:tracePt t="26648" x="319088" y="3146425"/>
          <p14:tracePt t="26655" x="233363" y="3113088"/>
          <p14:tracePt t="26662" x="147638" y="3078163"/>
          <p14:tracePt t="26669" x="68263" y="3049588"/>
          <p14:tracePt t="26791" x="17463" y="2684463"/>
          <p14:tracePt t="26792" x="22225" y="2684463"/>
          <p14:tracePt t="26794" x="34925" y="2684463"/>
          <p14:tracePt t="26801" x="107950" y="2679700"/>
          <p14:tracePt t="26808" x="193675" y="2668588"/>
          <p14:tracePt t="26815" x="273050" y="2655888"/>
          <p14:tracePt t="26822" x="358775" y="2640013"/>
          <p14:tracePt t="26829" x="438150" y="2633663"/>
          <p14:tracePt t="26836" x="569913" y="2622550"/>
          <p14:tracePt t="26843" x="688975" y="2605088"/>
          <p14:tracePt t="26844" x="723900" y="2605088"/>
          <p14:tracePt t="26845" x="746125" y="2600325"/>
          <p14:tracePt t="26846" x="763588" y="2600325"/>
          <p14:tracePt t="26850" x="827088" y="2593975"/>
          <p14:tracePt t="26856" x="974725" y="2593975"/>
          <p14:tracePt t="26863" x="1157288" y="2593975"/>
          <p14:tracePt t="26870" x="1379538" y="2593975"/>
          <p14:tracePt t="26884" x="1817688" y="2605088"/>
          <p14:tracePt t="26891" x="2035175" y="2640013"/>
          <p14:tracePt t="26898" x="2286000" y="2673350"/>
          <p14:tracePt t="26905" x="2519363" y="2713038"/>
          <p14:tracePt t="26912" x="2724150" y="2759075"/>
          <p14:tracePt t="26919" x="2906713" y="2809875"/>
          <p14:tracePt t="26926" x="3060700" y="2862263"/>
          <p14:tracePt t="26933" x="3168650" y="2895600"/>
          <p14:tracePt t="26940" x="3232150" y="2930525"/>
          <p14:tracePt t="26947" x="3265488" y="2941638"/>
          <p14:tracePt t="26961" x="3278188" y="2959100"/>
          <p14:tracePt t="27002" x="3278188" y="2963863"/>
          <p14:tracePt t="27007" x="3278188" y="2970213"/>
          <p14:tracePt t="27010" x="3271838" y="2970213"/>
          <p14:tracePt t="27011" x="3271838" y="2976563"/>
          <p14:tracePt t="27017" x="3260725" y="2981325"/>
          <p14:tracePt t="27018" x="3260725" y="2987675"/>
          <p14:tracePt t="27023" x="3254375" y="2992438"/>
          <p14:tracePt t="27030" x="3236913" y="3016250"/>
          <p14:tracePt t="27037" x="3221038" y="3032125"/>
          <p14:tracePt t="27044" x="3197225" y="3055938"/>
          <p14:tracePt t="27051" x="3163888" y="3095625"/>
          <p14:tracePt t="27057" x="3128963" y="3124200"/>
          <p14:tracePt t="27064" x="3095625" y="3157538"/>
          <p14:tracePt t="27071" x="3054350" y="3192463"/>
          <p14:tracePt t="27078" x="3021013" y="3232150"/>
          <p14:tracePt t="27085" x="2992438" y="3260725"/>
          <p14:tracePt t="27092" x="2974975" y="3289300"/>
          <p14:tracePt t="27099" x="2957513" y="3306763"/>
          <p14:tracePt t="27106" x="2941638" y="3324225"/>
          <p14:tracePt t="27113" x="2935288" y="3328988"/>
          <p14:tracePt t="27120" x="2928938" y="3335338"/>
          <p14:tracePt t="27127" x="2924175" y="3346450"/>
          <p14:tracePt t="27134" x="2917825" y="3352800"/>
          <p14:tracePt t="27141" x="2917825" y="3357563"/>
          <p14:tracePt t="27148" x="2913063" y="3363913"/>
          <p14:tracePt t="27155" x="2906713" y="3375025"/>
          <p14:tracePt t="27162" x="2901950" y="3379788"/>
          <p14:tracePt t="27169" x="2895600" y="3392488"/>
          <p14:tracePt t="27176" x="2889250" y="3408363"/>
          <p14:tracePt t="27182" x="2889250" y="3432175"/>
          <p14:tracePt t="27190" x="2889250" y="3460750"/>
          <p14:tracePt t="27197" x="2889250" y="3505200"/>
          <p14:tracePt t="27203" x="2889250" y="3540125"/>
          <p14:tracePt t="27210" x="2889250" y="3575050"/>
          <p14:tracePt t="27217" x="2895600" y="3608388"/>
          <p14:tracePt t="27225" x="2901950" y="3630613"/>
          <p14:tracePt t="27231" x="2913063" y="3648075"/>
          <p14:tracePt t="27238" x="2924175" y="3659188"/>
          <p14:tracePt t="27245" x="2924175" y="3671888"/>
          <p14:tracePt t="27252" x="2928938" y="3671888"/>
          <p14:tracePt t="28012" x="2928938" y="3676650"/>
          <p14:tracePt t="28017" x="2928938" y="3683000"/>
          <p14:tracePt t="28018" x="2928938" y="3687763"/>
          <p14:tracePt t="28021" x="2924175" y="3694113"/>
          <p14:tracePt t="28024" x="2924175" y="3700463"/>
          <p14:tracePt t="28037" x="2906713" y="3729038"/>
          <p14:tracePt t="28051" x="2889250" y="3768725"/>
          <p14:tracePt t="28065" x="2878138" y="3808413"/>
          <p14:tracePt t="28079" x="2873375" y="3841750"/>
          <p14:tracePt t="28086" x="2873375" y="3859213"/>
          <p14:tracePt t="28092" x="2867025" y="3870325"/>
          <p14:tracePt t="28099" x="2860675" y="3881438"/>
          <p14:tracePt t="28106" x="2860675" y="3887788"/>
          <p14:tracePt t="28113" x="2860675" y="3898900"/>
          <p14:tracePt t="28120" x="2860675" y="3905250"/>
          <p14:tracePt t="28127" x="2860675" y="3910013"/>
          <p14:tracePt t="28134" x="2860675" y="3916363"/>
          <p14:tracePt t="28165" x="2860675" y="3922713"/>
          <p14:tracePt t="28168" x="2860675" y="3927475"/>
          <p14:tracePt t="28172" x="2860675" y="3933825"/>
          <p14:tracePt t="28176" x="2855913" y="3938588"/>
          <p14:tracePt t="28190" x="2855913" y="3979863"/>
          <p14:tracePt t="28191" x="2855913" y="3984625"/>
          <p14:tracePt t="28196" x="2849563" y="3995738"/>
          <p14:tracePt t="28203" x="2849563" y="4002088"/>
          <p14:tracePt t="28210" x="2844800" y="4002088"/>
          <p14:tracePt t="28339" x="2838450" y="4002088"/>
          <p14:tracePt t="28346" x="2832100" y="4006850"/>
          <p14:tracePt t="28351" x="2827338" y="4006850"/>
          <p14:tracePt t="28356" x="2809875" y="4019550"/>
          <p14:tracePt t="28363" x="2781300" y="4041775"/>
          <p14:tracePt t="28370" x="2735263" y="4076700"/>
          <p14:tracePt t="28384" x="2633663" y="4156075"/>
          <p14:tracePt t="28385" x="2616200" y="4167188"/>
          <p14:tracePt t="28386" x="2609850" y="4167188"/>
          <p14:tracePt t="28398" x="2541588" y="4230688"/>
          <p14:tracePt t="28405" x="2497138" y="4264025"/>
          <p14:tracePt t="28412" x="2455863" y="4303713"/>
          <p14:tracePt t="28419" x="2411413" y="4343400"/>
          <p14:tracePt t="28426" x="2376488" y="4383088"/>
          <p14:tracePt t="28433" x="2343150" y="4418013"/>
          <p14:tracePt t="28440" x="2308225" y="4440238"/>
          <p14:tracePt t="28447" x="2297113" y="4452938"/>
          <p14:tracePt t="28453" x="2279650" y="4457700"/>
          <p14:tracePt t="28507" x="2274888" y="4457700"/>
          <p14:tracePt t="28511" x="2262188" y="4452938"/>
          <p14:tracePt t="28516" x="2257425" y="4446588"/>
          <p14:tracePt t="28523" x="2239963" y="4424363"/>
          <p14:tracePt t="28530" x="2211388" y="4395788"/>
          <p14:tracePt t="28537" x="2178050" y="4367213"/>
          <p14:tracePt t="28544" x="2143125" y="4332288"/>
          <p14:tracePt t="28551" x="2108200" y="4310063"/>
          <p14:tracePt t="28565" x="2057400" y="4257675"/>
          <p14:tracePt t="28572" x="2028825" y="4230688"/>
          <p14:tracePt t="28586" x="1971675" y="4184650"/>
          <p14:tracePt t="28600" x="1927225" y="4138613"/>
          <p14:tracePt t="28613" x="1898650" y="4121150"/>
          <p14:tracePt t="28620" x="1892300" y="4116388"/>
          <p14:tracePt t="28694" x="1885950" y="4116388"/>
          <p14:tracePt t="28696" x="1885950" y="4121150"/>
          <p14:tracePt t="28704" x="1874838" y="4144963"/>
          <p14:tracePt t="28710" x="1857375" y="4167188"/>
          <p14:tracePt t="28725" x="1817688" y="4217988"/>
          <p14:tracePt t="28731" x="1801813" y="4241800"/>
          <p14:tracePt t="28738" x="1773238" y="4264025"/>
          <p14:tracePt t="28745" x="1755775" y="4281488"/>
          <p14:tracePt t="28752" x="1744663" y="4298950"/>
          <p14:tracePt t="28759" x="1733550" y="4314825"/>
          <p14:tracePt t="28766" x="1720850" y="4321175"/>
          <p14:tracePt t="28773" x="1716088" y="4327525"/>
          <p14:tracePt t="28780" x="1704975" y="4338638"/>
          <p14:tracePt t="28787" x="1698625" y="4343400"/>
          <p14:tracePt t="28788" x="1692275" y="4349750"/>
          <p14:tracePt t="28801" x="1641475" y="4371975"/>
          <p14:tracePt t="28808" x="1595438" y="4383088"/>
          <p14:tracePt t="28825" x="1482725" y="4411663"/>
          <p14:tracePt t="28829" x="1454150" y="4424363"/>
          <p14:tracePt t="28835" x="1408113" y="4435475"/>
          <p14:tracePt t="28843" x="1357313" y="4446588"/>
          <p14:tracePt t="28844" x="1333500" y="4452938"/>
          <p14:tracePt t="28845" x="1328738" y="4452938"/>
          <p14:tracePt t="28845" x="1316038" y="4452938"/>
          <p14:tracePt t="28849" x="1293813" y="4457700"/>
          <p14:tracePt t="28856" x="1247775" y="4457700"/>
          <p14:tracePt t="28863" x="1196975" y="4468813"/>
          <p14:tracePt t="28870" x="1135063" y="4481513"/>
          <p14:tracePt t="28877" x="1071563" y="4486275"/>
          <p14:tracePt t="28884" x="1020763" y="4486275"/>
          <p14:tracePt t="28891" x="963613" y="4486275"/>
          <p14:tracePt t="28898" x="911225" y="4486275"/>
          <p14:tracePt t="28905" x="860425" y="4486275"/>
          <p14:tracePt t="28912" x="827088" y="4486275"/>
          <p14:tracePt t="28919" x="798513" y="4486275"/>
          <p14:tracePt t="28926" x="781050" y="4486275"/>
          <p14:tracePt t="28933" x="774700" y="4486275"/>
          <p14:tracePt t="28963" x="769938" y="4486275"/>
          <p14:tracePt t="28969" x="763588" y="4481513"/>
          <p14:tracePt t="28971" x="758825" y="4475163"/>
          <p14:tracePt t="28974" x="752475" y="4468813"/>
          <p14:tracePt t="28981" x="741363" y="4457700"/>
          <p14:tracePt t="28988" x="723900" y="4446588"/>
          <p14:tracePt t="28995" x="706438" y="4429125"/>
          <p14:tracePt t="29002" x="695325" y="4424363"/>
          <p14:tracePt t="29009" x="684213" y="4411663"/>
          <p14:tracePt t="29016" x="673100" y="4406900"/>
          <p14:tracePt t="29023" x="660400" y="4406900"/>
          <p14:tracePt t="29030" x="655638" y="4400550"/>
          <p14:tracePt t="29040" x="655638" y="4395788"/>
          <p14:tracePt t="29044" x="649288" y="4395788"/>
          <p14:tracePt t="29051" x="649288" y="4383088"/>
          <p14:tracePt t="29058" x="638175" y="4371975"/>
          <p14:tracePt t="29065" x="633413" y="4356100"/>
          <p14:tracePt t="29071" x="620713" y="4338638"/>
          <p14:tracePt t="29079" x="615950" y="4314825"/>
          <p14:tracePt t="29093" x="598488" y="4270375"/>
          <p14:tracePt t="29106" x="587375" y="4213225"/>
          <p14:tracePt t="29113" x="576263" y="4189413"/>
          <p14:tracePt t="29128" x="569913" y="4149725"/>
          <p14:tracePt t="29129" x="569913" y="4138613"/>
          <p14:tracePt t="29141" x="563563" y="4116388"/>
          <p14:tracePt t="29155" x="563563" y="4098925"/>
          <p14:tracePt t="29939" x="569913" y="4098925"/>
          <p14:tracePt t="29942" x="576263" y="4098925"/>
          <p14:tracePt t="29946" x="587375" y="4098925"/>
          <p14:tracePt t="29954" x="615950" y="4098925"/>
          <p14:tracePt t="29968" x="717550" y="4098925"/>
          <p14:tracePt t="29974" x="763588" y="4098925"/>
          <p14:tracePt t="29988" x="889000" y="4105275"/>
          <p14:tracePt t="29995" x="957263" y="4105275"/>
          <p14:tracePt t="30002" x="1042988" y="4105275"/>
          <p14:tracePt t="30009" x="1111250" y="4098925"/>
          <p14:tracePt t="30023" x="1236663" y="4087813"/>
          <p14:tracePt t="30037" x="1339850" y="4076700"/>
          <p14:tracePt t="30051" x="1412875" y="4076700"/>
          <p14:tracePt t="30065" x="1476375" y="4076700"/>
          <p14:tracePt t="30079" x="1544638" y="4076700"/>
          <p14:tracePt t="30080" x="1555750" y="4076700"/>
          <p14:tracePt t="30086" x="1584325" y="4076700"/>
          <p14:tracePt t="30092" x="1624013" y="4076700"/>
          <p14:tracePt t="30099" x="1670050" y="4076700"/>
          <p14:tracePt t="30106" x="1727200" y="4076700"/>
          <p14:tracePt t="30121" x="1898650" y="4076700"/>
          <p14:tracePt t="30134" x="2108200" y="4076700"/>
          <p14:tracePt t="30141" x="2233613" y="4076700"/>
          <p14:tracePt t="30155" x="2497138" y="4076700"/>
          <p14:tracePt t="30169" x="2730500" y="4070350"/>
          <p14:tracePt t="30183" x="2974975" y="4064000"/>
          <p14:tracePt t="30190" x="3054350" y="4064000"/>
          <p14:tracePt t="30197" x="3124200" y="4059238"/>
          <p14:tracePt t="30204" x="3175000" y="4059238"/>
          <p14:tracePt t="30211" x="3214688" y="4052888"/>
          <p14:tracePt t="30217" x="3243263" y="4052888"/>
          <p14:tracePt t="30224" x="3260725" y="4048125"/>
          <p14:tracePt t="30231" x="3278188" y="4048125"/>
          <p14:tracePt t="30245" x="3300413" y="4041775"/>
          <p14:tracePt t="30252" x="3317875" y="4041775"/>
          <p14:tracePt t="30259" x="3328988" y="4041775"/>
          <p14:tracePt t="30266" x="3346450" y="4041775"/>
          <p14:tracePt t="30280" x="3390900" y="4041775"/>
          <p14:tracePt t="30287" x="3419475" y="4048125"/>
          <p14:tracePt t="30294" x="3454400" y="4052888"/>
          <p14:tracePt t="30295" x="3459163" y="4059238"/>
          <p14:tracePt t="30296" x="3465513" y="4059238"/>
          <p14:tracePt t="30301" x="3487738" y="4064000"/>
          <p14:tracePt t="30308" x="3527425" y="4081463"/>
          <p14:tracePt t="30314" x="3556000" y="4092575"/>
          <p14:tracePt t="30321" x="3597275" y="4110038"/>
          <p14:tracePt t="30329" x="3636963" y="4127500"/>
          <p14:tracePt t="30335" x="3670300" y="4144963"/>
          <p14:tracePt t="30342" x="3709988" y="4156075"/>
          <p14:tracePt t="30356" x="3767138" y="4173538"/>
          <p14:tracePt t="30363" x="3790950" y="4178300"/>
          <p14:tracePt t="30370" x="3806825" y="4178300"/>
          <p14:tracePt t="30377" x="3824288" y="4178300"/>
          <p14:tracePt t="30384" x="3841750" y="4184650"/>
          <p14:tracePt t="30391" x="3859213" y="4184650"/>
          <p14:tracePt t="30398" x="3870325" y="4189413"/>
          <p14:tracePt t="30405" x="3887788" y="4189413"/>
          <p14:tracePt t="30412" x="3898900" y="4189413"/>
          <p14:tracePt t="30419" x="3921125" y="4195763"/>
          <p14:tracePt t="30426" x="3938588" y="4195763"/>
          <p14:tracePt t="30433" x="3956050" y="4202113"/>
          <p14:tracePt t="30439" x="3973513" y="4202113"/>
          <p14:tracePt t="30446" x="3984625" y="4213225"/>
          <p14:tracePt t="30453" x="3995738" y="4213225"/>
          <p14:tracePt t="30460" x="4006850" y="4213225"/>
          <p14:tracePt t="30789" x="4002088" y="4213225"/>
          <p14:tracePt t="30791" x="3995738" y="4213225"/>
          <p14:tracePt t="30794" x="3989388" y="4213225"/>
          <p14:tracePt t="30801" x="3960813" y="4213225"/>
          <p14:tracePt t="30808" x="3921125" y="4213225"/>
          <p14:tracePt t="30815" x="3876675" y="4217988"/>
          <p14:tracePt t="30828" x="3778250" y="4224338"/>
          <p14:tracePt t="30833" x="3738563" y="4235450"/>
          <p14:tracePt t="30838" x="3687763" y="4235450"/>
          <p14:tracePt t="30850" x="3544888" y="4252913"/>
          <p14:tracePt t="30850" x="3533775" y="4257675"/>
          <p14:tracePt t="30851" x="3516313" y="4257675"/>
          <p14:tracePt t="30856" x="3459163" y="4264025"/>
          <p14:tracePt t="30863" x="3346450" y="4275138"/>
          <p14:tracePt t="30870" x="3232150" y="4281488"/>
          <p14:tracePt t="30877" x="3111500" y="4281488"/>
          <p14:tracePt t="30884" x="2986088" y="4281488"/>
          <p14:tracePt t="30891" x="2867025" y="4281488"/>
          <p14:tracePt t="30898" x="2741613" y="4281488"/>
          <p14:tracePt t="30905" x="2633663" y="4275138"/>
          <p14:tracePt t="30912" x="2536825" y="4270375"/>
          <p14:tracePt t="30919" x="2439988" y="4264025"/>
          <p14:tracePt t="30926" x="2359025" y="4257675"/>
          <p14:tracePt t="30932" x="2290763" y="4257675"/>
          <p14:tracePt t="30940" x="2222500" y="4257675"/>
          <p14:tracePt t="30947" x="2154238" y="4257675"/>
          <p14:tracePt t="30953" x="2085975" y="4264025"/>
          <p14:tracePt t="30960" x="2028825" y="4264025"/>
          <p14:tracePt t="30967" x="1971675" y="4264025"/>
          <p14:tracePt t="30974" x="1931988" y="4264025"/>
          <p14:tracePt t="30981" x="1892300" y="4270375"/>
          <p14:tracePt t="30988" x="1870075" y="4270375"/>
          <p14:tracePt t="30995" x="1846263" y="4270375"/>
          <p14:tracePt t="31002" x="1830388" y="4270375"/>
          <p14:tracePt t="31009" x="1817688" y="4270375"/>
          <p14:tracePt t="31016" x="1812925" y="4270375"/>
          <p14:tracePt t="31023" x="1806575" y="4264025"/>
          <p14:tracePt t="31059" x="1801813" y="4264025"/>
          <p14:tracePt t="31061" x="1801813" y="4257675"/>
          <p14:tracePt t="31064" x="1795463" y="4252913"/>
          <p14:tracePt t="31072" x="1784350" y="4252913"/>
          <p14:tracePt t="31078" x="1766888" y="4246563"/>
          <p14:tracePt t="31086" x="1755775" y="4241800"/>
          <p14:tracePt t="31092" x="1733550" y="4241800"/>
          <p14:tracePt t="31100" x="1709738" y="4241800"/>
          <p14:tracePt t="31107" x="1698625" y="4241800"/>
          <p14:tracePt t="31113" x="1670050" y="4241800"/>
          <p14:tracePt t="31120" x="1647825" y="4241800"/>
          <p14:tracePt t="31128" x="1619250" y="4252913"/>
          <p14:tracePt t="31134" x="1590675" y="4257675"/>
          <p14:tracePt t="31141" x="1555750" y="4270375"/>
          <p14:tracePt t="31148" x="1522413" y="4281488"/>
          <p14:tracePt t="31155" x="1498600" y="4286250"/>
          <p14:tracePt t="31162" x="1476375" y="4292600"/>
          <p14:tracePt t="31169" x="1458913" y="4298950"/>
          <p14:tracePt t="31176" x="1454150" y="4298950"/>
          <p14:tracePt t="31183" x="1441450" y="4298950"/>
          <p14:tracePt t="31190" x="1430338" y="4303713"/>
          <p14:tracePt t="31198" x="1425575" y="4303713"/>
          <p14:tracePt t="31207" x="1425575" y="4310063"/>
          <p14:tracePt t="31216" x="1412875" y="4310063"/>
          <p14:tracePt t="31223" x="1401763" y="4314825"/>
          <p14:tracePt t="31231" x="1390650" y="4321175"/>
          <p14:tracePt t="31237" x="1384300" y="4321175"/>
          <p14:tracePt t="31243" x="1373188" y="4321175"/>
          <p14:tracePt t="31249" x="1362075" y="4327525"/>
          <p14:tracePt t="31257" x="1344613" y="4327525"/>
          <p14:tracePt t="31269" x="1316038" y="4338638"/>
          <p14:tracePt t="31276" x="1293813" y="4338638"/>
          <p14:tracePt t="31282" x="1276350" y="4343400"/>
          <p14:tracePt t="31282" x="1271588" y="4343400"/>
          <p14:tracePt t="31287" x="1258888" y="4343400"/>
          <p14:tracePt t="31294" x="1231900" y="4349750"/>
          <p14:tracePt t="31301" x="1214438" y="4349750"/>
          <p14:tracePt t="31308" x="1196975" y="4356100"/>
          <p14:tracePt t="31315" x="1185863" y="4360863"/>
          <p14:tracePt t="31322" x="1168400" y="4360863"/>
          <p14:tracePt t="31329" x="1162050" y="4360863"/>
          <p14:tracePt t="31336" x="1150938" y="4360863"/>
          <p14:tracePt t="31343" x="1146175" y="4367213"/>
          <p14:tracePt t="31350" x="1139825" y="4367213"/>
          <p14:tracePt t="31390" x="1135063" y="4367213"/>
          <p14:tracePt t="31397" x="1128713" y="4367213"/>
          <p14:tracePt t="31399" x="1122363" y="4367213"/>
          <p14:tracePt t="31405" x="1106488" y="4367213"/>
          <p14:tracePt t="31412" x="1082675" y="4367213"/>
          <p14:tracePt t="31419" x="1049338" y="4360863"/>
          <p14:tracePt t="31426" x="1009650" y="4356100"/>
          <p14:tracePt t="31433" x="968375" y="4356100"/>
          <p14:tracePt t="31440" x="935038" y="4349750"/>
          <p14:tracePt t="31447" x="900113" y="4343400"/>
          <p14:tracePt t="31454" x="855663" y="4338638"/>
          <p14:tracePt t="31461" x="809625" y="4338638"/>
          <p14:tracePt t="31467" x="785813" y="4332288"/>
          <p14:tracePt t="31474" x="758825" y="4327525"/>
          <p14:tracePt t="31488" x="706438" y="4321175"/>
          <p14:tracePt t="31495" x="695325" y="4321175"/>
          <p14:tracePt t="31581" x="695325" y="4314825"/>
          <p14:tracePt t="31587" x="688975" y="4314825"/>
          <p14:tracePt t="31588" x="688975" y="4310063"/>
          <p14:tracePt t="31594" x="688975" y="4303713"/>
          <p14:tracePt t="31596" x="684213" y="4303713"/>
          <p14:tracePt t="31606" x="677863" y="4292600"/>
          <p14:tracePt t="31613" x="673100" y="4286250"/>
          <p14:tracePt t="31620" x="673100" y="4275138"/>
          <p14:tracePt t="31627" x="666750" y="4275138"/>
          <p14:tracePt t="31659" x="666750" y="4270375"/>
          <p14:tracePt t="31665" x="666750" y="4264025"/>
          <p14:tracePt t="31669" x="666750" y="4257675"/>
          <p14:tracePt t="31676" x="666750" y="4246563"/>
          <p14:tracePt t="31683" x="673100" y="4235450"/>
          <p14:tracePt t="31697" x="688975" y="4206875"/>
          <p14:tracePt t="31704" x="701675" y="4202113"/>
          <p14:tracePt t="31711" x="712788" y="4189413"/>
          <p14:tracePt t="31725" x="735013" y="4173538"/>
          <p14:tracePt t="31732" x="741363" y="4173538"/>
          <p14:tracePt t="31738" x="752475" y="4160838"/>
          <p14:tracePt t="31745" x="763588" y="4160838"/>
          <p14:tracePt t="31752" x="781050" y="4156075"/>
          <p14:tracePt t="31759" x="792163" y="4149725"/>
          <p14:tracePt t="31773" x="809625" y="4132263"/>
          <p14:tracePt t="31780" x="820738" y="4121150"/>
          <p14:tracePt t="31787" x="831850" y="4116388"/>
          <p14:tracePt t="31794" x="838200" y="4105275"/>
          <p14:tracePt t="31808" x="860425" y="4098925"/>
          <p14:tracePt t="31815" x="866775" y="4087813"/>
          <p14:tracePt t="31823" x="877888" y="4087813"/>
          <p14:tracePt t="31836" x="884238" y="4081463"/>
          <p14:tracePt t="31843" x="895350" y="4081463"/>
          <p14:tracePt t="31850" x="906463" y="4081463"/>
          <p14:tracePt t="31856" x="917575" y="4076700"/>
          <p14:tracePt t="31864" x="935038" y="4076700"/>
          <p14:tracePt t="31870" x="957263" y="4076700"/>
          <p14:tracePt t="31877" x="974725" y="4076700"/>
          <p14:tracePt t="31884" x="996950" y="4076700"/>
          <p14:tracePt t="31892" x="1014413" y="4081463"/>
          <p14:tracePt t="31893" x="1025525" y="4081463"/>
          <p14:tracePt t="31894" x="1025525" y="4087813"/>
          <p14:tracePt t="31898" x="1042988" y="4092575"/>
          <p14:tracePt t="31905" x="1071563" y="4105275"/>
          <p14:tracePt t="31912" x="1106488" y="4121150"/>
          <p14:tracePt t="31919" x="1146175" y="4127500"/>
          <p14:tracePt t="31926" x="1190625" y="4132263"/>
          <p14:tracePt t="31933" x="1247775" y="4149725"/>
          <p14:tracePt t="31940" x="1328738" y="4160838"/>
          <p14:tracePt t="31947" x="1408113" y="4173538"/>
          <p14:tracePt t="31954" x="1509713" y="4178300"/>
          <p14:tracePt t="31961" x="1624013" y="4195763"/>
          <p14:tracePt t="31968" x="1749425" y="4202113"/>
          <p14:tracePt t="31975" x="1914525" y="4206875"/>
          <p14:tracePt t="31981" x="2035175" y="4217988"/>
          <p14:tracePt t="31988" x="2182813" y="4224338"/>
          <p14:tracePt t="31995" x="2314575" y="4241800"/>
          <p14:tracePt t="32002" x="2444750" y="4241800"/>
          <p14:tracePt t="32009" x="2530475" y="4246563"/>
          <p14:tracePt t="32016" x="2605088" y="4246563"/>
          <p14:tracePt t="32023" x="2673350" y="4246563"/>
          <p14:tracePt t="32030" x="2706688" y="4246563"/>
          <p14:tracePt t="32037" x="2730500" y="4246563"/>
          <p14:tracePt t="32044" x="2735263" y="4241800"/>
          <p14:tracePt t="32051" x="2741613" y="4241800"/>
          <p14:tracePt t="32089" x="2741613" y="4235450"/>
          <p14:tracePt t="32091" x="2747963" y="4235450"/>
          <p14:tracePt t="32095" x="2747963" y="4230688"/>
          <p14:tracePt t="32100" x="2752725" y="4230688"/>
          <p14:tracePt t="32106" x="2763838" y="4217988"/>
          <p14:tracePt t="32113" x="2787650" y="4206875"/>
          <p14:tracePt t="32114" x="2792413" y="4206875"/>
          <p14:tracePt t="32115" x="2805113" y="4206875"/>
          <p14:tracePt t="32120" x="2816225" y="4195763"/>
          <p14:tracePt t="32127" x="2844800" y="4189413"/>
          <p14:tracePt t="32134" x="2878138" y="4178300"/>
          <p14:tracePt t="32141" x="2913063" y="4167188"/>
          <p14:tracePt t="32148" x="2946400" y="4156075"/>
          <p14:tracePt t="32155" x="2992438" y="4144963"/>
          <p14:tracePt t="32162" x="3032125" y="4132263"/>
          <p14:tracePt t="32169" x="3060700" y="4127500"/>
          <p14:tracePt t="32176" x="3095625" y="4127500"/>
          <p14:tracePt t="32183" x="3128963" y="4121150"/>
          <p14:tracePt t="32189" x="3163888" y="4116388"/>
          <p14:tracePt t="32197" x="3203575" y="4110038"/>
          <p14:tracePt t="32203" x="3232150" y="4110038"/>
          <p14:tracePt t="32210" x="3260725" y="4105275"/>
          <p14:tracePt t="32217" x="3282950" y="4105275"/>
          <p14:tracePt t="32231" x="3322638" y="4098925"/>
          <p14:tracePt t="32245" x="3346450" y="4098925"/>
          <p14:tracePt t="32259" x="3362325" y="4098925"/>
          <p14:tracePt t="32266" x="3368675" y="4098925"/>
          <p14:tracePt t="32273" x="3375025" y="4105275"/>
          <p14:tracePt t="32287" x="3379788" y="4110038"/>
          <p14:tracePt t="32294" x="3386138" y="4116388"/>
          <p14:tracePt t="32301" x="3390900" y="4127500"/>
          <p14:tracePt t="32315" x="3403600" y="4138613"/>
          <p14:tracePt t="32316" x="3403600" y="4144963"/>
          <p14:tracePt t="32322" x="3408363" y="4149725"/>
          <p14:tracePt t="32336" x="3414713" y="4160838"/>
          <p14:tracePt t="32350" x="3414713" y="4173538"/>
          <p14:tracePt t="32351" x="3414713" y="4178300"/>
          <p14:tracePt t="32357" x="3414713" y="4184650"/>
          <p14:tracePt t="32370" x="3414713" y="4217988"/>
          <p14:tracePt t="32384" x="3408363" y="4246563"/>
          <p14:tracePt t="32399" x="3403600" y="4281488"/>
          <p14:tracePt t="32408" x="3397250" y="4292600"/>
          <p14:tracePt t="32415" x="3397250" y="4303713"/>
          <p14:tracePt t="32424" x="3397250" y="4310063"/>
          <p14:tracePt t="32472" x="3390900" y="4310063"/>
          <p14:tracePt t="32476" x="3390900" y="4314825"/>
          <p14:tracePt t="32481" x="3386138" y="4314825"/>
          <p14:tracePt t="32488" x="3375025" y="4327525"/>
          <p14:tracePt t="32495" x="3351213" y="4332288"/>
          <p14:tracePt t="32502" x="3322638" y="4338638"/>
          <p14:tracePt t="32509" x="3294063" y="4349750"/>
          <p14:tracePt t="32516" x="3260725" y="4356100"/>
          <p14:tracePt t="32523" x="3232150" y="4367213"/>
          <p14:tracePt t="32530" x="3186113" y="4367213"/>
          <p14:tracePt t="32544" x="3111500" y="4371975"/>
          <p14:tracePt t="32545" x="3100388" y="4371975"/>
          <p14:tracePt t="32551" x="3071813" y="4371975"/>
          <p14:tracePt t="32565" x="2992438" y="4371975"/>
          <p14:tracePt t="32579" x="2924175" y="4371975"/>
          <p14:tracePt t="32593" x="2855913" y="4371975"/>
          <p14:tracePt t="32594" x="2844800" y="4371975"/>
          <p14:tracePt t="32599" x="2816225" y="4371975"/>
          <p14:tracePt t="32606" x="2781300" y="4371975"/>
          <p14:tracePt t="32620" x="2706688" y="4371975"/>
          <p14:tracePt t="32627" x="2673350" y="4371975"/>
          <p14:tracePt t="32634" x="2638425" y="4378325"/>
          <p14:tracePt t="32648" x="2587625" y="4378325"/>
          <p14:tracePt t="32655" x="2570163" y="4378325"/>
          <p14:tracePt t="32662" x="2547938" y="4378325"/>
          <p14:tracePt t="32676" x="2513013" y="4378325"/>
          <p14:tracePt t="32683" x="2497138" y="4378325"/>
          <p14:tracePt t="32697" x="2451100" y="4378325"/>
          <p14:tracePt t="32710" x="2393950" y="4378325"/>
          <p14:tracePt t="32717" x="2354263" y="4378325"/>
          <p14:tracePt t="32724" x="2325688" y="4378325"/>
          <p14:tracePt t="32738" x="2228850" y="4383088"/>
          <p14:tracePt t="32745" x="2189163" y="4383088"/>
          <p14:tracePt t="32752" x="2143125" y="4383088"/>
          <p14:tracePt t="32766" x="2039938" y="4383088"/>
          <p14:tracePt t="32773" x="2000250" y="4383088"/>
          <p14:tracePt t="32787" x="1931988" y="4383088"/>
          <p14:tracePt t="32794" x="1903413" y="4383088"/>
          <p14:tracePt t="32808" x="1841500" y="4383088"/>
          <p14:tracePt t="32814" x="1812925" y="4383088"/>
          <p14:tracePt t="32823" x="1766888" y="4389438"/>
          <p14:tracePt t="32836" x="1670050" y="4406900"/>
          <p14:tracePt t="32842" x="1612900" y="4411663"/>
          <p14:tracePt t="32849" x="1533525" y="4429125"/>
          <p14:tracePt t="32856" x="1482725" y="4429125"/>
          <p14:tracePt t="32863" x="1412875" y="4446588"/>
          <p14:tracePt t="32870" x="1350963" y="4446588"/>
          <p14:tracePt t="32877" x="1293813" y="4452938"/>
          <p14:tracePt t="32884" x="1247775" y="4452938"/>
          <p14:tracePt t="32891" x="1208088" y="4452938"/>
          <p14:tracePt t="32898" x="1179513" y="4452938"/>
          <p14:tracePt t="32905" x="1150938" y="4452938"/>
          <p14:tracePt t="32912" x="1139825" y="4452938"/>
          <p14:tracePt t="32919" x="1122363" y="4452938"/>
          <p14:tracePt t="32926" x="1100138" y="4452938"/>
          <p14:tracePt t="32933" x="1071563" y="4452938"/>
          <p14:tracePt t="32940" x="1025525" y="4452938"/>
          <p14:tracePt t="32947" x="963613" y="4452938"/>
          <p14:tracePt t="32954" x="871538" y="4440238"/>
          <p14:tracePt t="32961" x="798513" y="4435475"/>
          <p14:tracePt t="32967" x="730250" y="4435475"/>
          <p14:tracePt t="32975" x="655638" y="4435475"/>
          <p14:tracePt t="32982" x="598488" y="4429125"/>
          <p14:tracePt t="32988" x="558800" y="4424363"/>
          <p14:tracePt t="32995" x="523875" y="4424363"/>
          <p14:tracePt t="33003" x="501650" y="4424363"/>
          <p14:tracePt t="33074" x="501650" y="4429125"/>
          <p14:tracePt t="33080" x="501650" y="4435475"/>
          <p14:tracePt t="33082" x="501650" y="4440238"/>
          <p14:tracePt t="33090" x="501650" y="4446588"/>
          <p14:tracePt t="33094" x="508000" y="4446588"/>
          <p14:tracePt t="33099" x="508000" y="4452938"/>
          <p14:tracePt t="33106" x="512763" y="4452938"/>
          <p14:tracePt t="33114" x="519113" y="4464050"/>
          <p14:tracePt t="33120" x="523875" y="4464050"/>
          <p14:tracePt t="33127" x="536575" y="4468813"/>
          <p14:tracePt t="33134" x="541338" y="4468813"/>
          <p14:tracePt t="33141" x="547688" y="4468813"/>
          <p14:tracePt t="33156" x="552450" y="4468813"/>
          <p14:tracePt t="33197" x="558800" y="4468813"/>
          <p14:tracePt t="33201" x="563563" y="4468813"/>
          <p14:tracePt t="33213" x="569913" y="4468813"/>
          <p14:tracePt t="33219" x="576263" y="4468813"/>
          <p14:tracePt t="33227" x="581025" y="4468813"/>
          <p14:tracePt t="33232" x="587375" y="4468813"/>
          <p14:tracePt t="33235" x="592138" y="4468813"/>
          <p14:tracePt t="33240" x="598488" y="4468813"/>
          <p14:tracePt t="33246" x="604838" y="4468813"/>
          <p14:tracePt t="33252" x="615950" y="4468813"/>
          <p14:tracePt t="33259" x="620713" y="4468813"/>
          <p14:tracePt t="33266" x="638175" y="4468813"/>
          <p14:tracePt t="33273" x="649288" y="4468813"/>
          <p14:tracePt t="33280" x="660400" y="4468813"/>
          <p14:tracePt t="33287" x="677863" y="4468813"/>
          <p14:tracePt t="33294" x="688975" y="4457700"/>
          <p14:tracePt t="33301" x="706438" y="4457700"/>
          <p14:tracePt t="33308" x="717550" y="4457700"/>
          <p14:tracePt t="33314" x="735013" y="4452938"/>
          <p14:tracePt t="33322" x="741363" y="4452938"/>
          <p14:tracePt t="33328" x="752475" y="4446588"/>
          <p14:tracePt t="33342" x="769938" y="4446588"/>
          <p14:tracePt t="33349" x="774700" y="4446588"/>
          <p14:tracePt t="33356" x="781050" y="4446588"/>
          <p14:tracePt t="33415" x="785813" y="4446588"/>
          <p14:tracePt t="33427" x="792163" y="4446588"/>
          <p14:tracePt t="33431" x="798513" y="4446588"/>
          <p14:tracePt t="33436" x="803275" y="4446588"/>
          <p14:tracePt t="33439" x="809625" y="4446588"/>
          <p14:tracePt t="33447" x="820738" y="4446588"/>
          <p14:tracePt t="33453" x="838200" y="4446588"/>
          <p14:tracePt t="33460" x="842963" y="4446588"/>
          <p14:tracePt t="33468" x="849313" y="4446588"/>
          <p14:tracePt t="33475" x="866775" y="4446588"/>
          <p14:tracePt t="33481" x="871538" y="4446588"/>
          <p14:tracePt t="33489" x="877888" y="4446588"/>
          <p14:tracePt t="33496" x="889000" y="4446588"/>
          <p14:tracePt t="33502" x="900113" y="4446588"/>
          <p14:tracePt t="33509" x="911225" y="4446588"/>
          <p14:tracePt t="33516" x="923925" y="4440238"/>
          <p14:tracePt t="33530" x="957263" y="4440238"/>
          <p14:tracePt t="33538" x="981075" y="4435475"/>
          <p14:tracePt t="33547" x="1009650" y="4435475"/>
          <p14:tracePt t="33556" x="1049338" y="4435475"/>
          <p14:tracePt t="33564" x="1071563" y="4429125"/>
          <p14:tracePt t="33572" x="1100138" y="4429125"/>
          <p14:tracePt t="33581" x="1139825" y="4429125"/>
          <p14:tracePt t="33588" x="1179513" y="4418013"/>
          <p14:tracePt t="33596" x="1214438" y="4418013"/>
          <p14:tracePt t="33606" x="1258888" y="4411663"/>
          <p14:tracePt t="33612" x="1300163" y="4411663"/>
          <p14:tracePt t="33617" x="1333500" y="4406900"/>
          <p14:tracePt t="33621" x="1362075" y="4406900"/>
          <p14:tracePt t="33627" x="1397000" y="4400550"/>
          <p14:tracePt t="33641" x="1476375" y="4395788"/>
          <p14:tracePt t="33648" x="1522413" y="4395788"/>
          <p14:tracePt t="33655" x="1566863" y="4389438"/>
          <p14:tracePt t="33662" x="1619250" y="4389438"/>
          <p14:tracePt t="33669" x="1663700" y="4389438"/>
          <p14:tracePt t="33676" x="1698625" y="4383088"/>
          <p14:tracePt t="33683" x="1733550" y="4383088"/>
          <p14:tracePt t="33690" x="1760538" y="4383088"/>
          <p14:tracePt t="33697" x="1795463" y="4383088"/>
          <p14:tracePt t="33711" x="1835150" y="4383088"/>
          <p14:tracePt t="33717" x="1852613" y="4383088"/>
          <p14:tracePt t="33724" x="1870075" y="4383088"/>
          <p14:tracePt t="33731" x="1881188" y="4383088"/>
          <p14:tracePt t="33738" x="1903413" y="4383088"/>
          <p14:tracePt t="33745" x="1931988" y="4383088"/>
          <p14:tracePt t="33752" x="1960563" y="4383088"/>
          <p14:tracePt t="33759" x="1995488" y="4383088"/>
          <p14:tracePt t="33766" x="2039938" y="4389438"/>
          <p14:tracePt t="33773" x="2103438" y="4395788"/>
          <p14:tracePt t="33780" x="2182813" y="4406900"/>
          <p14:tracePt t="33787" x="2274888" y="4418013"/>
          <p14:tracePt t="33794" x="2371725" y="4435475"/>
          <p14:tracePt t="33801" x="2455863" y="4452938"/>
          <p14:tracePt t="33807" x="2541588" y="4468813"/>
          <p14:tracePt t="33814" x="2616200" y="4486275"/>
          <p14:tracePt t="33822" x="2679700" y="4508500"/>
          <p14:tracePt t="33829" x="2724150" y="4514850"/>
          <p14:tracePt t="33836" x="2763838" y="4525963"/>
          <p14:tracePt t="33842" x="2792413" y="4537075"/>
          <p14:tracePt t="33849" x="2798763" y="4543425"/>
          <p14:tracePt t="33964" x="2805113" y="4543425"/>
          <p14:tracePt t="33978" x="2809875" y="4543425"/>
          <p14:tracePt t="33983" x="2816225" y="4543425"/>
          <p14:tracePt t="33986" x="2820988" y="4543425"/>
          <p14:tracePt t="33988" x="2827338" y="4543425"/>
          <p14:tracePt t="33995" x="2844800" y="4537075"/>
          <p14:tracePt t="34002" x="2873375" y="4537075"/>
          <p14:tracePt t="34009" x="2901950" y="4532313"/>
          <p14:tracePt t="34016" x="2941638" y="4532313"/>
          <p14:tracePt t="34023" x="2986088" y="4532313"/>
          <p14:tracePt t="34030" x="3032125" y="4532313"/>
          <p14:tracePt t="34037" x="3078163" y="4532313"/>
          <p14:tracePt t="34044" x="3140075" y="4532313"/>
          <p14:tracePt t="34051" x="3192463" y="4532313"/>
          <p14:tracePt t="34058" x="3236913" y="4532313"/>
          <p14:tracePt t="34065" x="3282950" y="4525963"/>
          <p14:tracePt t="34072" x="3322638" y="4521200"/>
          <p14:tracePt t="34086" x="3375025" y="4514850"/>
          <p14:tracePt t="34092" x="3397250" y="4508500"/>
          <p14:tracePt t="34099" x="3414713" y="4508500"/>
          <p14:tracePt t="34106" x="3425825" y="4508500"/>
          <p14:tracePt t="34113" x="3430588" y="4503738"/>
          <p14:tracePt t="34120" x="3443288" y="4503738"/>
          <p14:tracePt t="34127" x="3448050" y="4503738"/>
          <p14:tracePt t="34141" x="3459163" y="4497388"/>
          <p14:tracePt t="34148" x="3465513" y="4492625"/>
          <p14:tracePt t="34155" x="3482975" y="4486275"/>
          <p14:tracePt t="34162" x="3494088" y="4481513"/>
          <p14:tracePt t="34169" x="3511550" y="4475163"/>
          <p14:tracePt t="34176" x="3527425" y="4464050"/>
          <p14:tracePt t="34183" x="3544888" y="4464050"/>
          <p14:tracePt t="34190" x="3568700" y="4457700"/>
          <p14:tracePt t="34197" x="3590925" y="4452938"/>
          <p14:tracePt t="34211" x="3641725" y="4440238"/>
          <p14:tracePt t="34217" x="3665538" y="4435475"/>
          <p14:tracePt t="34224" x="3694113" y="4429125"/>
          <p14:tracePt t="34231" x="3722688" y="4429125"/>
          <p14:tracePt t="34238" x="3756025" y="4429125"/>
          <p14:tracePt t="34246" x="3784600" y="4424363"/>
          <p14:tracePt t="34252" x="3802063" y="4424363"/>
          <p14:tracePt t="34259" x="3819525" y="4424363"/>
          <p14:tracePt t="34266" x="3830638" y="4424363"/>
          <p14:tracePt t="34273" x="3835400" y="4424363"/>
          <p14:tracePt t="34453" x="3835400" y="4429125"/>
          <p14:tracePt t="34459" x="3835400" y="4435475"/>
          <p14:tracePt t="34465" x="3835400" y="4440238"/>
          <p14:tracePt t="34467" x="3841750" y="4440238"/>
          <p14:tracePt t="34474" x="3841750" y="4446588"/>
          <p14:tracePt t="34482" x="3841750" y="4452938"/>
          <p14:tracePt t="34674" x="3835400" y="4452938"/>
          <p14:tracePt t="34678" x="3824288" y="4452938"/>
          <p14:tracePt t="34679" x="3819525" y="4452938"/>
          <p14:tracePt t="34680" x="3813175" y="4452938"/>
          <p14:tracePt t="34681" x="3806825" y="4452938"/>
          <p14:tracePt t="34685" x="3790950" y="4452938"/>
          <p14:tracePt t="34686" x="3773488" y="4446588"/>
          <p14:tracePt t="34687" x="3762375" y="4446588"/>
          <p14:tracePt t="34688" x="3756025" y="4446588"/>
          <p14:tracePt t="34697" x="3676650" y="4435475"/>
          <p14:tracePt t="34711" x="3436938" y="4395788"/>
          <p14:tracePt t="34721" x="3163888" y="4383088"/>
          <p14:tracePt t="34727" x="2992438" y="4383088"/>
          <p14:tracePt t="34732" x="2809875" y="4383088"/>
          <p14:tracePt t="34738" x="2593975" y="4383088"/>
          <p14:tracePt t="34745" x="2365375" y="4406900"/>
          <p14:tracePt t="34759" x="1966913" y="4406900"/>
          <p14:tracePt t="34766" x="1806575" y="4400550"/>
          <p14:tracePt t="34780" x="1538288" y="4371975"/>
          <p14:tracePt t="34787" x="1430338" y="4356100"/>
          <p14:tracePt t="34801" x="1219200" y="4314825"/>
          <p14:tracePt t="34802" x="1190625" y="4310063"/>
          <p14:tracePt t="34817" x="1031875" y="4275138"/>
          <p14:tracePt t="34824" x="968375" y="4264025"/>
          <p14:tracePt t="34829" x="939800" y="4257675"/>
          <p14:tracePt t="34835" x="900113" y="4252913"/>
          <p14:tracePt t="34842" x="866775" y="4252913"/>
          <p14:tracePt t="34849" x="849313" y="4252913"/>
          <p14:tracePt t="34856" x="820738" y="4252913"/>
          <p14:tracePt t="34863" x="798513" y="4252913"/>
          <p14:tracePt t="34870" x="769938" y="4252913"/>
          <p14:tracePt t="34877" x="741363" y="4257675"/>
          <p14:tracePt t="34885" x="717550" y="4264025"/>
          <p14:tracePt t="34886" x="706438" y="4270375"/>
          <p14:tracePt t="34887" x="701675" y="4270375"/>
          <p14:tracePt t="34891" x="688975" y="4270375"/>
          <p14:tracePt t="34898" x="666750" y="4275138"/>
          <p14:tracePt t="34905" x="649288" y="4286250"/>
          <p14:tracePt t="34912" x="638175" y="4286250"/>
          <p14:tracePt t="34919" x="620713" y="4292600"/>
          <p14:tracePt t="34926" x="609600" y="4292600"/>
          <p14:tracePt t="34927" x="604838" y="4292600"/>
          <p14:tracePt t="34934" x="598488" y="4292600"/>
          <p14:tracePt t="34939" x="592138" y="4292600"/>
          <p14:tracePt t="34950" x="587375" y="4292600"/>
          <p14:tracePt t="34957" x="587375" y="4298950"/>
          <p14:tracePt t="34960" x="581025" y="4298950"/>
          <p14:tracePt t="34987" x="576263" y="4298950"/>
          <p14:tracePt t="34991" x="569913" y="4298950"/>
          <p14:tracePt t="34995" x="563563" y="4298950"/>
          <p14:tracePt t="35002" x="536575" y="4298950"/>
          <p14:tracePt t="35009" x="508000" y="4298950"/>
          <p14:tracePt t="35016" x="466725" y="4298950"/>
          <p14:tracePt t="35023" x="433388" y="4292600"/>
          <p14:tracePt t="35030" x="387350" y="4286250"/>
          <p14:tracePt t="35037" x="347663" y="4281488"/>
          <p14:tracePt t="35038" x="336550" y="4281488"/>
          <p14:tracePt t="35044" x="301625" y="4275138"/>
          <p14:tracePt t="35051" x="261938" y="4270375"/>
          <p14:tracePt t="35058" x="233363" y="4264025"/>
          <p14:tracePt t="35064" x="211138" y="4257675"/>
          <p14:tracePt t="35071" x="193675" y="4257675"/>
          <p14:tracePt t="35149" x="200025" y="4257675"/>
          <p14:tracePt t="35151" x="204788" y="4257675"/>
          <p14:tracePt t="35155" x="211138" y="4257675"/>
          <p14:tracePt t="35162" x="233363" y="4264025"/>
          <p14:tracePt t="35169" x="268288" y="4270375"/>
          <p14:tracePt t="35176" x="325438" y="4270375"/>
          <p14:tracePt t="35183" x="387350" y="4275138"/>
          <p14:tracePt t="35190" x="466725" y="4275138"/>
          <p14:tracePt t="35204" x="666750" y="4275138"/>
          <p14:tracePt t="35210" x="814388" y="4275138"/>
          <p14:tracePt t="35217" x="946150" y="4275138"/>
          <p14:tracePt t="35225" x="1117600" y="4270375"/>
          <p14:tracePt t="35231" x="1254125" y="4270375"/>
          <p14:tracePt t="35238" x="1412875" y="4270375"/>
          <p14:tracePt t="35253" x="1692275" y="4264025"/>
          <p14:tracePt t="35254" x="1744663" y="4264025"/>
          <p14:tracePt t="35255" x="1778000" y="4264025"/>
          <p14:tracePt t="35256" x="1795463" y="4264025"/>
          <p14:tracePt t="35257" x="1806575" y="4264025"/>
          <p14:tracePt t="35259" x="1824038" y="4264025"/>
          <p14:tracePt t="35266" x="1931988" y="4264025"/>
          <p14:tracePt t="35273" x="2028825" y="4264025"/>
          <p14:tracePt t="35281" x="2108200" y="4264025"/>
          <p14:tracePt t="35282" x="2132013" y="4264025"/>
          <p14:tracePt t="35283" x="2149475" y="4264025"/>
          <p14:tracePt t="35284" x="2154238" y="4264025"/>
          <p14:tracePt t="35287" x="2171700" y="4264025"/>
          <p14:tracePt t="35294" x="2228850" y="4264025"/>
          <p14:tracePt t="35301" x="2268538" y="4264025"/>
          <p14:tracePt t="35308" x="2303463" y="4264025"/>
          <p14:tracePt t="35315" x="2319338" y="4264025"/>
          <p14:tracePt t="35322" x="2330450" y="4264025"/>
          <p14:tracePt t="35328" x="2343150" y="4264025"/>
          <p14:tracePt t="35336" x="2347913" y="4264025"/>
          <p14:tracePt t="35342" x="2359025" y="4264025"/>
          <p14:tracePt t="35350" x="2376488" y="4264025"/>
          <p14:tracePt t="35357" x="2387600" y="4264025"/>
          <p14:tracePt t="35370" x="2444750" y="4275138"/>
          <p14:tracePt t="35377" x="2473325" y="4275138"/>
          <p14:tracePt t="35384" x="2484438" y="4286250"/>
          <p14:tracePt t="35391" x="2508250" y="4286250"/>
          <p14:tracePt t="35398" x="2519363" y="4286250"/>
          <p14:tracePt t="35405" x="2536825" y="4286250"/>
          <p14:tracePt t="35412" x="2570163" y="4286250"/>
          <p14:tracePt t="35419" x="2609850" y="4286250"/>
          <p14:tracePt t="35426" x="2662238" y="4286250"/>
          <p14:tracePt t="35433" x="2719388" y="4281488"/>
          <p14:tracePt t="35439" x="2759075" y="4275138"/>
          <p14:tracePt t="35447" x="2798763" y="4275138"/>
          <p14:tracePt t="35453" x="2832100" y="4275138"/>
          <p14:tracePt t="35460" x="2867025" y="4275138"/>
          <p14:tracePt t="35467" x="2906713" y="4275138"/>
          <p14:tracePt t="35474" x="2941638" y="4275138"/>
          <p14:tracePt t="35481" x="2986088" y="4275138"/>
          <p14:tracePt t="35488" x="3027363" y="4275138"/>
          <p14:tracePt t="35495" x="3071813" y="4292600"/>
          <p14:tracePt t="35502" x="3117850" y="4303713"/>
          <p14:tracePt t="35509" x="3175000" y="4332288"/>
          <p14:tracePt t="35516" x="3260725" y="4367213"/>
          <p14:tracePt t="35523" x="3351213" y="4395788"/>
          <p14:tracePt t="35530" x="3459163" y="4411663"/>
          <p14:tracePt t="35537" x="3568700" y="4429125"/>
          <p14:tracePt t="35544" x="3687763" y="4435475"/>
          <p14:tracePt t="35551" x="3802063" y="4452938"/>
          <p14:tracePt t="35558" x="3903663" y="4452938"/>
          <p14:tracePt t="35565" x="3984625" y="4452938"/>
          <p14:tracePt t="35572" x="4052888" y="4457700"/>
          <p14:tracePt t="35578" x="4086225" y="4457700"/>
          <p14:tracePt t="35585" x="4110038" y="4457700"/>
          <p14:tracePt t="35592" x="4114800" y="4457700"/>
          <p14:tracePt t="35914" x="4110038" y="4457700"/>
          <p14:tracePt t="35916" x="4103688" y="4457700"/>
          <p14:tracePt t="35919" x="4098925" y="4464050"/>
          <p14:tracePt t="35926" x="4070350" y="4468813"/>
          <p14:tracePt t="35933" x="4029075" y="4481513"/>
          <p14:tracePt t="35947" x="3927475" y="4508500"/>
          <p14:tracePt t="35953" x="3859213" y="4532313"/>
          <p14:tracePt t="35960" x="3778250" y="4554538"/>
          <p14:tracePt t="35967" x="3670300" y="4589463"/>
          <p14:tracePt t="35974" x="3597275" y="4611688"/>
          <p14:tracePt t="35981" x="3511550" y="4629150"/>
          <p14:tracePt t="35988" x="3419475" y="4651375"/>
          <p14:tracePt t="35995" x="3346450" y="4662488"/>
          <p14:tracePt t="36002" x="3278188" y="4675188"/>
          <p14:tracePt t="36009" x="3225800" y="4679950"/>
          <p14:tracePt t="36016" x="3179763" y="4686300"/>
          <p14:tracePt t="36023" x="3146425" y="4686300"/>
          <p14:tracePt t="36030" x="3111500" y="4691063"/>
          <p14:tracePt t="36037" x="3082925" y="4691063"/>
          <p14:tracePt t="36044" x="3049588" y="4691063"/>
          <p14:tracePt t="36051" x="3027363" y="4691063"/>
          <p14:tracePt t="36057" x="2992438" y="4697413"/>
          <p14:tracePt t="36065" x="2963863" y="4697413"/>
          <p14:tracePt t="36072" x="2928938" y="4703763"/>
          <p14:tracePt t="36078" x="2895600" y="4708525"/>
          <p14:tracePt t="36085" x="2855913" y="4714875"/>
          <p14:tracePt t="36092" x="2820988" y="4719638"/>
          <p14:tracePt t="36099" x="2798763" y="4725988"/>
          <p14:tracePt t="36106" x="2776538" y="4732338"/>
          <p14:tracePt t="36113" x="2770188" y="4732338"/>
          <p14:tracePt t="36271" x="2763838" y="4732338"/>
          <p14:tracePt t="36275" x="2759075" y="4732338"/>
          <p14:tracePt t="36281" x="2752725" y="4732338"/>
          <p14:tracePt t="36287" x="2730500" y="4725988"/>
          <p14:tracePt t="36294" x="2690813" y="4708525"/>
          <p14:tracePt t="36301" x="2638425" y="4686300"/>
          <p14:tracePt t="36308" x="2576513" y="4657725"/>
          <p14:tracePt t="36315" x="2501900" y="4629150"/>
          <p14:tracePt t="36322" x="2428875" y="4606925"/>
          <p14:tracePt t="36329" x="2343150" y="4578350"/>
          <p14:tracePt t="36343" x="2171700" y="4532313"/>
          <p14:tracePt t="36350" x="2063750" y="4514850"/>
          <p14:tracePt t="36357" x="1960563" y="4486275"/>
          <p14:tracePt t="36363" x="1852613" y="4468813"/>
          <p14:tracePt t="36370" x="1744663" y="4452938"/>
          <p14:tracePt t="36377" x="1624013" y="4435475"/>
          <p14:tracePt t="36384" x="1487488" y="4411663"/>
          <p14:tracePt t="36391" x="1368425" y="4395788"/>
          <p14:tracePt t="36405" x="1106488" y="4367213"/>
          <p14:tracePt t="36412" x="985838" y="4349750"/>
          <p14:tracePt t="36419" x="889000" y="4343400"/>
          <p14:tracePt t="36426" x="763588" y="4327525"/>
          <p14:tracePt t="36440" x="581025" y="4303713"/>
          <p14:tracePt t="36447" x="519113" y="4298950"/>
          <p14:tracePt t="36454" x="450850" y="4286250"/>
          <p14:tracePt t="36460" x="393700" y="4281488"/>
          <p14:tracePt t="36468" x="358775" y="4275138"/>
          <p14:tracePt t="36474" x="341313" y="4275138"/>
          <p14:tracePt t="36481" x="336550" y="4275138"/>
          <p14:tracePt t="36549" x="341313" y="4275138"/>
          <p14:tracePt t="36550" x="347663" y="4275138"/>
          <p14:tracePt t="36553" x="354013" y="4275138"/>
          <p14:tracePt t="36558" x="358775" y="4270375"/>
          <p14:tracePt t="36564" x="382588" y="4270375"/>
          <p14:tracePt t="36571" x="404813" y="4257675"/>
          <p14:tracePt t="36578" x="433388" y="4257675"/>
          <p14:tracePt t="36585" x="473075" y="4252913"/>
          <p14:tracePt t="36593" x="519113" y="4246563"/>
          <p14:tracePt t="36599" x="552450" y="4241800"/>
          <p14:tracePt t="36606" x="592138" y="4241800"/>
          <p14:tracePt t="36613" x="633413" y="4235450"/>
          <p14:tracePt t="36620" x="677863" y="4230688"/>
          <p14:tracePt t="36627" x="712788" y="4230688"/>
          <p14:tracePt t="36634" x="752475" y="4230688"/>
          <p14:tracePt t="36641" x="785813" y="4230688"/>
          <p14:tracePt t="36648" x="827088" y="4230688"/>
          <p14:tracePt t="36655" x="866775" y="4230688"/>
          <p14:tracePt t="36662" x="906463" y="4235450"/>
          <p14:tracePt t="36669" x="939800" y="4235450"/>
          <p14:tracePt t="36676" x="1003300" y="4241800"/>
          <p14:tracePt t="36683" x="1042988" y="4246563"/>
          <p14:tracePt t="36690" x="1082675" y="4246563"/>
          <p14:tracePt t="36697" x="1135063" y="4252913"/>
          <p14:tracePt t="36703" x="1168400" y="4257675"/>
          <p14:tracePt t="36710" x="1219200" y="4257675"/>
          <p14:tracePt t="36717" x="1271588" y="4257675"/>
          <p14:tracePt t="36724" x="1333500" y="4257675"/>
          <p14:tracePt t="36731" x="1384300" y="4264025"/>
          <p14:tracePt t="36738" x="1465263" y="4264025"/>
          <p14:tracePt t="36745" x="1538288" y="4264025"/>
          <p14:tracePt t="36752" x="1624013" y="4270375"/>
          <p14:tracePt t="36759" x="1709738" y="4270375"/>
          <p14:tracePt t="36766" x="1830388" y="4275138"/>
          <p14:tracePt t="36773" x="1903413" y="4286250"/>
          <p14:tracePt t="36780" x="2052638" y="4303713"/>
          <p14:tracePt t="36787" x="2160588" y="4321175"/>
          <p14:tracePt t="36794" x="2274888" y="4338638"/>
          <p14:tracePt t="36801" x="2376488" y="4360863"/>
          <p14:tracePt t="36815" x="2570163" y="4400550"/>
          <p14:tracePt t="36822" x="2651125" y="4418013"/>
          <p14:tracePt t="36829" x="2735263" y="4440238"/>
          <p14:tracePt t="36835" x="2820988" y="4457700"/>
          <p14:tracePt t="36842" x="2906713" y="4481513"/>
          <p14:tracePt t="36850" x="2981325" y="4492625"/>
          <p14:tracePt t="36856" x="3060700" y="4503738"/>
          <p14:tracePt t="36863" x="3128963" y="4514850"/>
          <p14:tracePt t="36871" x="3197225" y="4514850"/>
          <p14:tracePt t="36877" x="3260725" y="4514850"/>
          <p14:tracePt t="36884" x="3305175" y="4521200"/>
          <p14:tracePt t="36892" x="3346450" y="4521200"/>
          <p14:tracePt t="36899" x="3375025" y="4521200"/>
          <p14:tracePt t="36905" x="3397250" y="4521200"/>
          <p14:tracePt t="36912" x="3414713" y="4521200"/>
          <p14:tracePt t="36919" x="3419475" y="4521200"/>
          <p14:tracePt t="36926" x="3425825" y="4521200"/>
          <p14:tracePt t="37007" x="3430588" y="4521200"/>
          <p14:tracePt t="37010" x="3430588" y="4514850"/>
          <p14:tracePt t="37017" x="3436938" y="4514850"/>
          <p14:tracePt t="37018" x="3436938" y="4508500"/>
          <p14:tracePt t="37026" x="3436938" y="4503738"/>
          <p14:tracePt t="37030" x="3443288" y="4503738"/>
          <p14:tracePt t="37037" x="3448050" y="4492625"/>
          <p14:tracePt t="37044" x="3454400" y="4486275"/>
          <p14:tracePt t="37051" x="3459163" y="4486275"/>
          <p14:tracePt t="37058" x="3465513" y="4486275"/>
          <p14:tracePt t="37064" x="3482975" y="4481513"/>
          <p14:tracePt t="37078" x="3527425" y="4475163"/>
          <p14:tracePt t="37085" x="3551238" y="4475163"/>
          <p14:tracePt t="37092" x="3568700" y="4475163"/>
          <p14:tracePt t="37106" x="3590925" y="4475163"/>
          <p14:tracePt t="37549" x="3597275" y="4475163"/>
          <p14:tracePt t="37554" x="3602038" y="4475163"/>
          <p14:tracePt t="37558" x="3608388" y="4475163"/>
          <p14:tracePt t="37565" x="3625850" y="4475163"/>
          <p14:tracePt t="37579" x="3670300" y="4468813"/>
          <p14:tracePt t="37593" x="3733800" y="4457700"/>
          <p14:tracePt t="37600" x="3767138" y="4446588"/>
          <p14:tracePt t="37613" x="3932238" y="4429125"/>
          <p14:tracePt t="37620" x="4006850" y="4418013"/>
          <p14:tracePt t="37634" x="4224338" y="4395788"/>
          <p14:tracePt t="37641" x="4321175" y="4383088"/>
          <p14:tracePt t="37642" x="4343400" y="4378325"/>
          <p14:tracePt t="37643" x="4354513" y="4378325"/>
          <p14:tracePt t="37644" x="4376738" y="4378325"/>
          <p14:tracePt t="37655" x="4497388" y="4360863"/>
          <p14:tracePt t="37662" x="4559300" y="4349750"/>
          <p14:tracePt t="37669" x="4622800" y="4327525"/>
          <p14:tracePt t="37683" x="4748213" y="4286250"/>
          <p14:tracePt t="37690" x="4816475" y="4241800"/>
          <p14:tracePt t="37697" x="4895850" y="4189413"/>
          <p14:tracePt t="37711" x="5067300" y="4035425"/>
          <p14:tracePt t="37725" x="5272088" y="3830638"/>
          <p14:tracePt t="37726" x="5283200" y="3819525"/>
          <p14:tracePt t="37731" x="5322888" y="3779838"/>
          <p14:tracePt t="37738" x="5408613" y="3687763"/>
          <p14:tracePt t="37752" x="5529263" y="3546475"/>
          <p14:tracePt t="37759" x="5573713" y="3494088"/>
          <p14:tracePt t="37773" x="5619750" y="3408363"/>
          <p14:tracePt t="37780" x="5630863" y="3368675"/>
          <p14:tracePt t="37787" x="5630863" y="3328988"/>
          <p14:tracePt t="37794" x="5630863" y="3282950"/>
          <p14:tracePt t="37808" x="5586413" y="3163888"/>
          <p14:tracePt t="37809" x="5573713" y="3146425"/>
          <p14:tracePt t="37810" x="5568950" y="3135313"/>
          <p14:tracePt t="37823" x="5494338" y="3009900"/>
          <p14:tracePt t="37830" x="5443538" y="2941638"/>
          <p14:tracePt t="37842" x="5351463" y="2822575"/>
          <p14:tracePt t="37850" x="5311775" y="2776538"/>
          <p14:tracePt t="37856" x="5272088" y="2747963"/>
          <p14:tracePt t="37863" x="5238750" y="2719388"/>
          <p14:tracePt t="37870" x="5203825" y="2697163"/>
          <p14:tracePt t="37877" x="5175250" y="2684463"/>
          <p14:tracePt t="37884" x="5153025" y="2673350"/>
          <p14:tracePt t="37891" x="5141913" y="2673350"/>
          <p14:tracePt t="37898" x="5124450" y="2673350"/>
          <p14:tracePt t="37905" x="5118100" y="2673350"/>
          <p14:tracePt t="38237" x="5118100" y="2668588"/>
          <p14:tracePt t="38241" x="5118100" y="2662238"/>
          <p14:tracePt t="38245" x="5118100" y="2655888"/>
          <p14:tracePt t="38252" x="5118100" y="2627313"/>
          <p14:tracePt t="38266" x="5118100" y="2547938"/>
          <p14:tracePt t="38267" x="5113338" y="2536825"/>
          <p14:tracePt t="38268" x="5113338" y="2525713"/>
          <p14:tracePt t="38273" x="5106988" y="2501900"/>
          <p14:tracePt t="38287" x="5100638" y="2411413"/>
          <p14:tracePt t="38288" x="5095875" y="2393950"/>
          <p14:tracePt t="38289" x="5095875" y="2389188"/>
          <p14:tracePt t="38290" x="5095875" y="2376488"/>
          <p14:tracePt t="38294" x="5095875" y="2349500"/>
          <p14:tracePt t="38301" x="5084763" y="2286000"/>
          <p14:tracePt t="38308" x="5078413" y="2217738"/>
          <p14:tracePt t="38309" x="5073650" y="2200275"/>
          <p14:tracePt t="38310" x="5073650" y="2195513"/>
          <p14:tracePt t="38311" x="5073650" y="2178050"/>
          <p14:tracePt t="38314" x="5067300" y="2154238"/>
          <p14:tracePt t="38321" x="5060950" y="2081213"/>
          <p14:tracePt t="38329" x="5056188" y="2017713"/>
          <p14:tracePt t="38335" x="5049838" y="1955800"/>
          <p14:tracePt t="38342" x="5049838" y="1903413"/>
          <p14:tracePt t="38349" x="5038725" y="1852613"/>
          <p14:tracePt t="38356" x="5038725" y="1806575"/>
          <p14:tracePt t="38364" x="5027613" y="1744663"/>
          <p14:tracePt t="38365" x="5021263" y="1720850"/>
          <p14:tracePt t="38365" x="5016500" y="1716088"/>
          <p14:tracePt t="38370" x="5010150" y="1681163"/>
          <p14:tracePt t="38385" x="4953000" y="1555750"/>
          <p14:tracePt t="38391" x="4924425" y="1487488"/>
          <p14:tracePt t="38398" x="4891088" y="1430338"/>
          <p14:tracePt t="38405" x="4856163" y="1373188"/>
          <p14:tracePt t="38412" x="4833938" y="1322388"/>
          <p14:tracePt t="38419" x="4810125" y="1265238"/>
          <p14:tracePt t="38426" x="4794250" y="1219200"/>
          <p14:tracePt t="38433" x="4781550" y="1179513"/>
          <p14:tracePt t="38440" x="4776788" y="1146175"/>
          <p14:tracePt t="38441" x="4770438" y="1139825"/>
          <p14:tracePt t="38442" x="4770438" y="1135063"/>
          <p14:tracePt t="38447" x="4770438" y="1122363"/>
          <p14:tracePt t="38453" x="4770438" y="1111250"/>
          <p14:tracePt t="38460" x="4770438" y="1100138"/>
          <p14:tracePt t="39032" x="4770438" y="1106488"/>
          <p14:tracePt t="39036" x="4776788" y="1111250"/>
          <p14:tracePt t="39041" x="4776788" y="1117600"/>
          <p14:tracePt t="39044" x="4781550" y="1117600"/>
          <p14:tracePt t="39059" x="4838700" y="1168400"/>
          <p14:tracePt t="39067" x="4884738" y="1208088"/>
          <p14:tracePt t="39075" x="4930775" y="1247775"/>
          <p14:tracePt t="39083" x="4981575" y="1293813"/>
          <p14:tracePt t="39089" x="5032375" y="1328738"/>
          <p14:tracePt t="39095" x="5084763" y="1368425"/>
          <p14:tracePt t="39100" x="5118100" y="1397000"/>
          <p14:tracePt t="39107" x="5170488" y="1436688"/>
          <p14:tracePt t="39115" x="5232400" y="1487488"/>
          <p14:tracePt t="39125" x="5329238" y="1562100"/>
          <p14:tracePt t="39131" x="5368925" y="1595438"/>
          <p14:tracePt t="39135" x="5414963" y="1630363"/>
          <p14:tracePt t="39141" x="5437188" y="1658938"/>
          <p14:tracePt t="39148" x="5472113" y="1687513"/>
          <p14:tracePt t="39155" x="5505450" y="1716088"/>
          <p14:tracePt t="39162" x="5534025" y="1755775"/>
          <p14:tracePt t="39176" x="5591175" y="1812925"/>
          <p14:tracePt t="39183" x="5614988" y="1841500"/>
          <p14:tracePt t="39197" x="5659438" y="1892300"/>
          <p14:tracePt t="39204" x="5688013" y="1927225"/>
          <p14:tracePt t="39219" x="5751513" y="2000250"/>
          <p14:tracePt t="39232" x="5824538" y="2085975"/>
          <p14:tracePt t="39233" x="5848350" y="2103438"/>
          <p14:tracePt t="39234" x="5848350" y="2114550"/>
          <p14:tracePt t="39246" x="5910263" y="2182813"/>
          <p14:tracePt t="39259" x="5967413" y="2257425"/>
          <p14:tracePt t="39273" x="6002338" y="2320925"/>
          <p14:tracePt t="39280" x="6013450" y="2336800"/>
          <p14:tracePt t="39287" x="6019800" y="2360613"/>
          <p14:tracePt t="39301" x="6019800" y="2393950"/>
          <p14:tracePt t="39308" x="6019800" y="2417763"/>
          <p14:tracePt t="39315" x="6019800" y="2446338"/>
          <p14:tracePt t="39329" x="6019800" y="2525713"/>
          <p14:tracePt t="39330" x="6019800" y="2536825"/>
          <p14:tracePt t="39331" x="6013450" y="2547938"/>
          <p14:tracePt t="39335" x="6013450" y="2576513"/>
          <p14:tracePt t="39342" x="6013450" y="2627313"/>
          <p14:tracePt t="39349" x="6013450" y="2684463"/>
          <p14:tracePt t="39363" x="6013450" y="2770188"/>
          <p14:tracePt t="39370" x="6002338" y="2805113"/>
          <p14:tracePt t="39377" x="5995988" y="2851150"/>
          <p14:tracePt t="39384" x="5991225" y="2884488"/>
          <p14:tracePt t="39391" x="5978525" y="2913063"/>
          <p14:tracePt t="39405" x="5956300" y="2952750"/>
          <p14:tracePt t="39419" x="5921375" y="2992438"/>
          <p14:tracePt t="39433" x="5894388" y="3027363"/>
          <p14:tracePt t="39440" x="5881688" y="3038475"/>
          <p14:tracePt t="39454" x="5853113" y="3055938"/>
          <p14:tracePt t="39468" x="5837238" y="3067050"/>
          <p14:tracePt t="39474" x="5824538" y="3067050"/>
          <p14:tracePt t="39481" x="5819775" y="3067050"/>
          <p14:tracePt t="39488" x="5819775" y="3073400"/>
          <p14:tracePt t="39502" x="5802313" y="3073400"/>
          <p14:tracePt t="39517" x="5784850" y="3078163"/>
          <p14:tracePt t="39518" x="5784850" y="3084513"/>
          <p14:tracePt t="39530" x="5768975" y="3084513"/>
          <p14:tracePt t="39545" x="5740400" y="3089275"/>
          <p14:tracePt t="39546" x="5734050" y="3095625"/>
          <p14:tracePt t="39558" x="5711825" y="3101975"/>
          <p14:tracePt t="39565" x="5699125" y="3101975"/>
          <p14:tracePt t="39579" x="5672138" y="3101975"/>
          <p14:tracePt t="39586" x="5643563" y="3095625"/>
          <p14:tracePt t="39600" x="5568950" y="3084513"/>
          <p14:tracePt t="39614" x="5476875" y="3073400"/>
          <p14:tracePt t="39620" x="5414963" y="3073400"/>
          <p14:tracePt t="39635" x="5295900" y="3078163"/>
          <p14:tracePt t="39641" x="5232400" y="3084513"/>
          <p14:tracePt t="39655" x="5118100" y="3095625"/>
          <p14:tracePt t="39669" x="5045075" y="3101975"/>
          <p14:tracePt t="39683" x="5003800" y="3101975"/>
          <p14:tracePt t="39706" x="5003800" y="3095625"/>
          <p14:tracePt t="39712" x="5003800" y="3089275"/>
          <p14:tracePt t="39713" x="5003800" y="3084513"/>
          <p14:tracePt t="39714" x="5003800" y="3078163"/>
          <p14:tracePt t="39718" x="5003800" y="3067050"/>
          <p14:tracePt t="39732" x="5003800" y="2987675"/>
          <p14:tracePt t="39733" x="5003800" y="2963863"/>
          <p14:tracePt t="39734" x="5003800" y="2959100"/>
          <p14:tracePt t="39735" x="5003800" y="2947988"/>
          <p14:tracePt t="39746" x="5003800" y="2884488"/>
          <p14:tracePt t="39759" x="5003800" y="2816225"/>
          <p14:tracePt t="39766" x="5003800" y="2787650"/>
          <p14:tracePt t="39780" x="5003800" y="2759075"/>
          <p14:tracePt t="39794" x="4999038" y="2736850"/>
          <p14:tracePt t="39809" x="4992688" y="2719388"/>
          <p14:tracePt t="39823" x="4987925" y="2708275"/>
          <p14:tracePt t="39836" x="4987925" y="2701925"/>
          <p14:tracePt t="39858" x="4987925" y="2697163"/>
          <p14:tracePt t="39865" x="4981575" y="2697163"/>
          <p14:tracePt t="39869" x="4981575" y="2690813"/>
          <p14:tracePt t="39873" x="4981575" y="2684463"/>
          <p14:tracePt t="39877" x="4981575" y="2679700"/>
          <p14:tracePt t="39887" x="4981575" y="2673350"/>
          <p14:tracePt t="39897" x="4975225" y="2673350"/>
          <p14:tracePt t="39900" x="4975225" y="2668588"/>
          <p14:tracePt t="39908" x="4975225" y="2662238"/>
          <p14:tracePt t="39913" x="4975225" y="2655888"/>
          <p14:tracePt t="39924" x="4975225" y="2651125"/>
          <p14:tracePt t="39930" x="4975225" y="2644775"/>
          <p14:tracePt t="39941" x="4975225" y="2640013"/>
          <p14:tracePt t="39943" x="4975225" y="2633663"/>
          <p14:tracePt t="39954" x="4975225" y="2627313"/>
          <p14:tracePt t="39990" x="4975225" y="2622550"/>
          <p14:tracePt t="39994" x="4975225" y="2616200"/>
          <p14:tracePt t="39998" x="4975225" y="2611438"/>
          <p14:tracePt t="40004" x="4975225" y="2605088"/>
          <p14:tracePt t="40009" x="4975225" y="2600325"/>
          <p14:tracePt t="40016" x="4975225" y="2593975"/>
          <p14:tracePt t="40023" x="4975225" y="2582863"/>
          <p14:tracePt t="40030" x="4975225" y="2576513"/>
          <p14:tracePt t="40037" x="4987925" y="2559050"/>
          <p14:tracePt t="40044" x="4992688" y="2547938"/>
          <p14:tracePt t="40051" x="4999038" y="2536825"/>
          <p14:tracePt t="40058" x="5003800" y="2519363"/>
          <p14:tracePt t="40064" x="5010150" y="2514600"/>
          <p14:tracePt t="40072" x="5016500" y="2501900"/>
          <p14:tracePt t="40080" x="5016500" y="2497138"/>
          <p14:tracePt t="40120" x="5016500" y="2490788"/>
          <p14:tracePt t="40124" x="5021263" y="2490788"/>
          <p14:tracePt t="40129" x="5021263" y="2486025"/>
          <p14:tracePt t="40134" x="5027613" y="2479675"/>
          <p14:tracePt t="40141" x="5032375" y="2468563"/>
          <p14:tracePt t="40148" x="5032375" y="2451100"/>
          <p14:tracePt t="40162" x="5032375" y="2422525"/>
          <p14:tracePt t="40169" x="5032375" y="2411413"/>
          <p14:tracePt t="40176" x="5032375" y="2405063"/>
          <p14:tracePt t="40183" x="5032375" y="2400300"/>
          <p14:tracePt t="40229" x="5032375" y="2393950"/>
          <p14:tracePt t="40234" x="5032375" y="2389188"/>
          <p14:tracePt t="40242" x="5032375" y="2376488"/>
          <p14:tracePt t="40249" x="5032375" y="2371725"/>
          <p14:tracePt t="40256" x="5032375" y="2360613"/>
          <p14:tracePt t="40264" x="5032375" y="2354263"/>
          <p14:tracePt t="40510" x="5032375" y="2360613"/>
          <p14:tracePt t="40514" x="5032375" y="2365375"/>
          <p14:tracePt t="40516" x="5027613" y="2365375"/>
          <p14:tracePt t="40523" x="5027613" y="2382838"/>
          <p14:tracePt t="40530" x="5021263" y="2393950"/>
          <p14:tracePt t="40537" x="5016500" y="2417763"/>
          <p14:tracePt t="40544" x="5016500" y="2433638"/>
          <p14:tracePt t="40551" x="5010150" y="2457450"/>
          <p14:tracePt t="40558" x="5003800" y="2474913"/>
          <p14:tracePt t="40564" x="5003800" y="2486025"/>
          <p14:tracePt t="40572" x="5003800" y="2501900"/>
          <p14:tracePt t="40578" x="4999038" y="2514600"/>
          <p14:tracePt t="40585" x="4999038" y="2525713"/>
          <p14:tracePt t="40592" x="4999038" y="2536825"/>
          <p14:tracePt t="40599" x="4999038" y="2547938"/>
          <p14:tracePt t="40606" x="4999038" y="2559050"/>
          <p14:tracePt t="40613" x="4999038" y="2571750"/>
          <p14:tracePt t="40620" x="4999038" y="2587625"/>
          <p14:tracePt t="40627" x="4999038" y="2600325"/>
          <p14:tracePt t="40634" x="5010150" y="2616200"/>
          <p14:tracePt t="40641" x="5016500" y="2640013"/>
          <p14:tracePt t="40648" x="5032375" y="2668588"/>
          <p14:tracePt t="40655" x="5049838" y="2713038"/>
          <p14:tracePt t="40662" x="5073650" y="2747963"/>
          <p14:tracePt t="40676" x="5124450" y="2833688"/>
          <p14:tracePt t="40683" x="5157788" y="2873375"/>
          <p14:tracePt t="40690" x="5192713" y="2913063"/>
          <p14:tracePt t="40697" x="5210175" y="2941638"/>
          <p14:tracePt t="40704" x="5221288" y="2952750"/>
          <p14:tracePt t="40711" x="5232400" y="2963863"/>
          <p14:tracePt t="40718" x="5232400" y="2970213"/>
          <p14:tracePt t="40804" x="5232400" y="2976563"/>
          <p14:tracePt t="40810" x="5232400" y="2981325"/>
          <p14:tracePt t="40811" x="5232400" y="2987675"/>
          <p14:tracePt t="40815" x="5232400" y="2992438"/>
          <p14:tracePt t="40819" x="5232400" y="2998788"/>
          <p14:tracePt t="40826" x="5232400" y="3003550"/>
          <p14:tracePt t="40834" x="5238750" y="3009900"/>
          <p14:tracePt t="40842" x="5238750" y="3016250"/>
          <p14:tracePt t="40849" x="5238750" y="3021013"/>
          <p14:tracePt t="40856" x="5238750" y="3027363"/>
          <p14:tracePt t="40862" x="5238750" y="3038475"/>
          <p14:tracePt t="40867" x="5243513" y="3049588"/>
          <p14:tracePt t="40873" x="5249863" y="3060700"/>
          <p14:tracePt t="40883" x="5254625" y="3084513"/>
          <p14:tracePt t="40889" x="5260975" y="3113088"/>
          <p14:tracePt t="40895" x="5272088" y="3128963"/>
          <p14:tracePt t="40900" x="5278438" y="3157538"/>
          <p14:tracePt t="40905" x="5283200" y="3170238"/>
          <p14:tracePt t="40919" x="5311775" y="3238500"/>
          <p14:tracePt t="40920" x="5318125" y="3254375"/>
          <p14:tracePt t="40926" x="5322888" y="3278188"/>
          <p14:tracePt t="40933" x="5340350" y="3317875"/>
          <p14:tracePt t="40947" x="5357813" y="3392488"/>
          <p14:tracePt t="40954" x="5368925" y="3408363"/>
          <p14:tracePt t="40960" x="5375275" y="3432175"/>
          <p14:tracePt t="40967" x="5375275" y="3443288"/>
          <p14:tracePt t="40974" x="5380038" y="3454400"/>
          <p14:tracePt t="40981" x="5380038" y="3460750"/>
          <p14:tracePt t="40989" x="5380038" y="3465513"/>
          <p14:tracePt t="40995" x="5386388" y="3471863"/>
          <p14:tracePt t="41009" x="5392738" y="3489325"/>
          <p14:tracePt t="41016" x="5397500" y="3500438"/>
          <p14:tracePt t="41023" x="5403850" y="3517900"/>
          <p14:tracePt t="41030" x="5421313" y="3540125"/>
          <p14:tracePt t="41037" x="5432425" y="3575050"/>
          <p14:tracePt t="41044" x="5454650" y="3614738"/>
          <p14:tracePt t="41051" x="5476875" y="3654425"/>
          <p14:tracePt t="41058" x="5500688" y="3694113"/>
          <p14:tracePt t="41064" x="5522913" y="3733800"/>
          <p14:tracePt t="41072" x="5551488" y="3768725"/>
          <p14:tracePt t="41078" x="5568950" y="3797300"/>
          <p14:tracePt t="41085" x="5597525" y="3825875"/>
          <p14:tracePt t="41092" x="5619750" y="3848100"/>
          <p14:tracePt t="41099" x="5643563" y="3865563"/>
          <p14:tracePt t="41106" x="5672138" y="3876675"/>
          <p14:tracePt t="41113" x="5688013" y="3894138"/>
          <p14:tracePt t="41120" x="5711825" y="3898900"/>
          <p14:tracePt t="41127" x="5734050" y="3905250"/>
          <p14:tracePt t="41134" x="5745163" y="3916363"/>
          <p14:tracePt t="41141" x="5762625" y="3922713"/>
          <p14:tracePt t="41148" x="5780088" y="3922713"/>
          <p14:tracePt t="41155" x="5797550" y="3927475"/>
          <p14:tracePt t="41162" x="5819775" y="3927475"/>
          <p14:tracePt t="41169" x="5848350" y="3933825"/>
          <p14:tracePt t="41176" x="5888038" y="3933825"/>
          <p14:tracePt t="41183" x="5921375" y="3933825"/>
          <p14:tracePt t="41190" x="5967413" y="3933825"/>
          <p14:tracePt t="41197" x="6019800" y="3933825"/>
          <p14:tracePt t="41203" x="6064250" y="3933825"/>
          <p14:tracePt t="41210" x="6127750" y="3927475"/>
          <p14:tracePt t="41217" x="6200775" y="3916363"/>
          <p14:tracePt t="41224" x="6264275" y="3910013"/>
          <p14:tracePt t="41231" x="6321425" y="3898900"/>
          <p14:tracePt t="41239" x="6378575" y="3887788"/>
          <p14:tracePt t="41245" x="6446838" y="3876675"/>
          <p14:tracePt t="41252" x="6486525" y="3870325"/>
          <p14:tracePt t="41259" x="6526213" y="3865563"/>
          <p14:tracePt t="41266" x="6565900" y="3859213"/>
          <p14:tracePt t="41273" x="6600825" y="3854450"/>
          <p14:tracePt t="41281" x="6629400" y="3848100"/>
          <p14:tracePt t="41294" x="6673850" y="3848100"/>
          <p14:tracePt t="41301" x="6691313" y="3836988"/>
          <p14:tracePt t="41308" x="6702425" y="3836988"/>
          <p14:tracePt t="41315" x="6715125" y="3830638"/>
          <p14:tracePt t="41329" x="6748463" y="3825875"/>
          <p14:tracePt t="41336" x="6765925" y="3819525"/>
          <p14:tracePt t="41343" x="6783388" y="3819525"/>
          <p14:tracePt t="41357" x="6823075" y="3813175"/>
          <p14:tracePt t="41364" x="6845300" y="3808413"/>
          <p14:tracePt t="41370" x="6869113" y="3808413"/>
          <p14:tracePt t="41377" x="6891338" y="3802063"/>
          <p14:tracePt t="41385" x="6913563" y="3797300"/>
          <p14:tracePt t="41391" x="6948488" y="3790950"/>
          <p14:tracePt t="41405" x="6992938" y="3773488"/>
          <p14:tracePt t="41412" x="7010400" y="3768725"/>
          <p14:tracePt t="41419" x="7034213" y="3762375"/>
          <p14:tracePt t="41426" x="7050088" y="3744913"/>
          <p14:tracePt t="41433" x="7073900" y="3733800"/>
          <p14:tracePt t="41447" x="7102475" y="3700463"/>
          <p14:tracePt t="41454" x="7118350" y="3676650"/>
          <p14:tracePt t="41460" x="7135813" y="3654425"/>
          <p14:tracePt t="41468" x="7159625" y="3625850"/>
          <p14:tracePt t="41475" x="7175500" y="3597275"/>
          <p14:tracePt t="41481" x="7192963" y="3557588"/>
          <p14:tracePt t="41488" x="7216775" y="3511550"/>
          <p14:tracePt t="41495" x="7239000" y="3465513"/>
          <p14:tracePt t="41502" x="7261225" y="3414713"/>
          <p14:tracePt t="41509" x="7285038" y="3352800"/>
          <p14:tracePt t="41517" x="7307263" y="3300413"/>
          <p14:tracePt t="41530" x="7335838" y="3214688"/>
          <p14:tracePt t="41537" x="7346950" y="3186113"/>
          <p14:tracePt t="41551" x="7358063" y="3146425"/>
          <p14:tracePt t="41558" x="7358063" y="3124200"/>
          <p14:tracePt t="41565" x="7364413" y="3106738"/>
          <p14:tracePt t="41572" x="7364413" y="3089275"/>
          <p14:tracePt t="41578" x="7364413" y="3067050"/>
          <p14:tracePt t="41585" x="7364413" y="3044825"/>
          <p14:tracePt t="41592" x="7364413" y="3021013"/>
          <p14:tracePt t="41599" x="7364413" y="2998788"/>
          <p14:tracePt t="41606" x="7358063" y="2970213"/>
          <p14:tracePt t="41613" x="7353300" y="2941638"/>
          <p14:tracePt t="41620" x="7342188" y="2906713"/>
          <p14:tracePt t="41627" x="7335838" y="2873375"/>
          <p14:tracePt t="41635" x="7324725" y="2844800"/>
          <p14:tracePt t="41641" x="7313613" y="2816225"/>
          <p14:tracePt t="41648" x="7300913" y="2794000"/>
          <p14:tracePt t="41655" x="7289800" y="2781300"/>
          <p14:tracePt t="41662" x="7278688" y="2770188"/>
          <p14:tracePt t="41669" x="7267575" y="2752725"/>
          <p14:tracePt t="41676" x="7256463" y="2747963"/>
          <p14:tracePt t="41683" x="7239000" y="2736850"/>
          <p14:tracePt t="41690" x="7210425" y="2719388"/>
          <p14:tracePt t="41697" x="7175500" y="2690813"/>
          <p14:tracePt t="41704" x="7124700" y="2655888"/>
          <p14:tracePt t="41710" x="7062788" y="2616200"/>
          <p14:tracePt t="41717" x="6999288" y="2582863"/>
          <p14:tracePt t="41724" x="6919913" y="2547938"/>
          <p14:tracePt t="41731" x="6851650" y="2519363"/>
          <p14:tracePt t="41738" x="6770688" y="2490788"/>
          <p14:tracePt t="41745" x="6697663" y="2468563"/>
          <p14:tracePt t="41752" x="6623050" y="2451100"/>
          <p14:tracePt t="41759" x="6548438" y="2428875"/>
          <p14:tracePt t="41766" x="6492875" y="2411413"/>
          <p14:tracePt t="41773" x="6435725" y="2400300"/>
          <p14:tracePt t="41780" x="6394450" y="2382838"/>
          <p14:tracePt t="41788" x="6361113" y="2371725"/>
          <p14:tracePt t="41789" x="6350000" y="2371725"/>
          <p14:tracePt t="41801" x="6303963" y="2354263"/>
          <p14:tracePt t="41815" x="6253163" y="2332038"/>
          <p14:tracePt t="41830" x="6189663" y="2297113"/>
          <p14:tracePt t="41843" x="6127750" y="2274888"/>
          <p14:tracePt t="41857" x="6030913" y="2246313"/>
          <p14:tracePt t="41871" x="5881688" y="2217738"/>
          <p14:tracePt t="41884" x="5716588" y="2200275"/>
          <p14:tracePt t="41898" x="5573713" y="2200275"/>
          <p14:tracePt t="41912" x="5426075" y="2200275"/>
          <p14:tracePt t="41926" x="5311775" y="2200275"/>
          <p14:tracePt t="41940" x="5254625" y="2206625"/>
          <p14:tracePt t="41954" x="5226050" y="2217738"/>
          <p14:tracePt t="41991" x="5226050" y="2222500"/>
          <p14:tracePt t="41993" x="5221288" y="2222500"/>
          <p14:tracePt t="41995" x="5221288" y="2228850"/>
          <p14:tracePt t="42002" x="5214938" y="2239963"/>
          <p14:tracePt t="42016" x="5203825" y="2268538"/>
          <p14:tracePt t="42017" x="5199063" y="2274888"/>
          <p14:tracePt t="42025" x="5192713" y="2274888"/>
          <p14:tracePt t="42037" x="5186363" y="2279650"/>
          <p14:tracePt t="42084" x="5186363" y="2286000"/>
          <p14:tracePt t="42089" x="5181600" y="2286000"/>
          <p14:tracePt t="42094" x="5181600" y="2292350"/>
          <p14:tracePt t="42099" x="5175250" y="2297113"/>
          <p14:tracePt t="42113" x="5153025" y="2325688"/>
          <p14:tracePt t="42121" x="5141913" y="2343150"/>
          <p14:tracePt t="42135" x="5118100" y="2376488"/>
          <p14:tracePt t="42148" x="5095875" y="2433638"/>
          <p14:tracePt t="42162" x="5073650" y="2497138"/>
          <p14:tracePt t="42169" x="5067300" y="2530475"/>
          <p14:tracePt t="42183" x="5049838" y="2593975"/>
          <p14:tracePt t="42190" x="5045075" y="2616200"/>
          <p14:tracePt t="42204" x="5038725" y="2655888"/>
          <p14:tracePt t="42210" x="5038725" y="2673350"/>
          <p14:tracePt t="42224" x="5038725" y="2713038"/>
          <p14:tracePt t="42231" x="5038725" y="2736850"/>
          <p14:tracePt t="42245" x="5032375" y="2781300"/>
          <p14:tracePt t="42252" x="5032375" y="2805113"/>
          <p14:tracePt t="42266" x="5032375" y="2862263"/>
          <p14:tracePt t="42273" x="5032375" y="2895600"/>
          <p14:tracePt t="42287" x="5045075" y="2976563"/>
          <p14:tracePt t="42288" x="5045075" y="2987675"/>
          <p14:tracePt t="42294" x="5049838" y="3009900"/>
          <p14:tracePt t="42308" x="5067300" y="3073400"/>
          <p14:tracePt t="42315" x="5078413" y="3101975"/>
          <p14:tracePt t="42329" x="5095875" y="3146425"/>
          <p14:tracePt t="42343" x="5118100" y="3181350"/>
          <p14:tracePt t="42357" x="5141913" y="3221038"/>
          <p14:tracePt t="42371" x="5170488" y="3260725"/>
          <p14:tracePt t="42372" x="5181600" y="3271838"/>
          <p14:tracePt t="42384" x="5210175" y="3306763"/>
          <p14:tracePt t="42399" x="5254625" y="3346450"/>
          <p14:tracePt t="42412" x="5289550" y="3386138"/>
          <p14:tracePt t="42426" x="5318125" y="3414713"/>
          <p14:tracePt t="42440" x="5329238" y="3421063"/>
          <p14:tracePt t="42447" x="5335588" y="3425825"/>
          <p14:tracePt t="42461" x="5351463" y="3443288"/>
          <p14:tracePt t="42476" x="5397500" y="3471863"/>
          <p14:tracePt t="42484" x="5443538" y="3500438"/>
          <p14:tracePt t="42492" x="5505450" y="3533775"/>
          <p14:tracePt t="42499" x="5586413" y="3568700"/>
          <p14:tracePt t="42507" x="5643563" y="3597275"/>
          <p14:tracePt t="42512" x="5694363" y="3614738"/>
          <p14:tracePt t="42517" x="5734050" y="3630613"/>
          <p14:tracePt t="42531" x="5842000" y="3671888"/>
          <p14:tracePt t="42540" x="5894388" y="3700463"/>
          <p14:tracePt t="42546" x="5927725" y="3705225"/>
          <p14:tracePt t="42551" x="5949950" y="3716338"/>
          <p14:tracePt t="42565" x="5995988" y="3740150"/>
          <p14:tracePt t="42579" x="6024563" y="3751263"/>
          <p14:tracePt t="42585" x="6042025" y="3751263"/>
          <p14:tracePt t="42600" x="6064250" y="3762375"/>
          <p14:tracePt t="42606" x="6075363" y="3768725"/>
          <p14:tracePt t="42621" x="6103938" y="3779838"/>
          <p14:tracePt t="42627" x="6116638" y="3784600"/>
          <p14:tracePt t="42642" x="6145213" y="3790950"/>
          <p14:tracePt t="42655" x="6207125" y="3813175"/>
          <p14:tracePt t="42656" x="6218238" y="3813175"/>
          <p14:tracePt t="42669" x="6292850" y="3830638"/>
          <p14:tracePt t="42683" x="6394450" y="3854450"/>
          <p14:tracePt t="42690" x="6446838" y="3865563"/>
          <p14:tracePt t="42704" x="6537325" y="3876675"/>
          <p14:tracePt t="42705" x="6548438" y="3881438"/>
          <p14:tracePt t="42711" x="6583363" y="3881438"/>
          <p14:tracePt t="42725" x="6657975" y="3881438"/>
          <p14:tracePt t="42732" x="6686550" y="3881438"/>
          <p14:tracePt t="42745" x="6759575" y="3881438"/>
          <p14:tracePt t="42752" x="6799263" y="3881438"/>
          <p14:tracePt t="42766" x="6862763" y="3870325"/>
          <p14:tracePt t="42767" x="6873875" y="3870325"/>
          <p14:tracePt t="42773" x="6896100" y="3865563"/>
          <p14:tracePt t="42787" x="6965950" y="3848100"/>
          <p14:tracePt t="42794" x="6999288" y="3841750"/>
          <p14:tracePt t="42808" x="7085013" y="3808413"/>
          <p14:tracePt t="42809" x="7102475" y="3802063"/>
          <p14:tracePt t="42810" x="7107238" y="3802063"/>
          <p14:tracePt t="42814" x="7131050" y="3790950"/>
          <p14:tracePt t="42829" x="7210425" y="3751263"/>
          <p14:tracePt t="42843" x="7278688" y="3700463"/>
          <p14:tracePt t="42844" x="7278688" y="3694113"/>
          <p14:tracePt t="42849" x="7296150" y="3676650"/>
          <p14:tracePt t="42856" x="7318375" y="3654425"/>
          <p14:tracePt t="42863" x="7335838" y="3619500"/>
          <p14:tracePt t="42870" x="7358063" y="3597275"/>
          <p14:tracePt t="42877" x="7375525" y="3562350"/>
          <p14:tracePt t="42884" x="7386638" y="3540125"/>
          <p14:tracePt t="42891" x="7397750" y="3505200"/>
          <p14:tracePt t="42898" x="7404100" y="3482975"/>
          <p14:tracePt t="42905" x="7415213" y="3454400"/>
          <p14:tracePt t="42912" x="7415213" y="3421063"/>
          <p14:tracePt t="42919" x="7421563" y="3386138"/>
          <p14:tracePt t="42926" x="7421563" y="3346450"/>
          <p14:tracePt t="42933" x="7426325" y="3306763"/>
          <p14:tracePt t="42940" x="7426325" y="3249613"/>
          <p14:tracePt t="42947" x="7426325" y="3214688"/>
          <p14:tracePt t="42953" x="7426325" y="3175000"/>
          <p14:tracePt t="42961" x="7421563" y="3141663"/>
          <p14:tracePt t="42967" x="7415213" y="3101975"/>
          <p14:tracePt t="42974" x="7397750" y="3067050"/>
          <p14:tracePt t="42982" x="7386638" y="3038475"/>
          <p14:tracePt t="42989" x="7369175" y="2998788"/>
          <p14:tracePt t="42995" x="7358063" y="2970213"/>
          <p14:tracePt t="43002" x="7342188" y="2935288"/>
          <p14:tracePt t="43009" x="7329488" y="2906713"/>
          <p14:tracePt t="43016" x="7313613" y="2873375"/>
          <p14:tracePt t="43023" x="7296150" y="2838450"/>
          <p14:tracePt t="43030" x="7278688" y="2794000"/>
          <p14:tracePt t="43037" x="7261225" y="2759075"/>
          <p14:tracePt t="43044" x="7239000" y="2713038"/>
          <p14:tracePt t="43051" x="7204075" y="2662238"/>
          <p14:tracePt t="43058" x="7170738" y="2616200"/>
          <p14:tracePt t="43065" x="7135813" y="2576513"/>
          <p14:tracePt t="43072" x="7102475" y="2543175"/>
          <p14:tracePt t="43079" x="7085013" y="2514600"/>
          <p14:tracePt t="43086" x="7056438" y="2490788"/>
          <p14:tracePt t="43093" x="7027863" y="2474913"/>
          <p14:tracePt t="43100" x="6999288" y="2457450"/>
          <p14:tracePt t="43114" x="6948488" y="2433638"/>
          <p14:tracePt t="43120" x="6913563" y="2417763"/>
          <p14:tracePt t="43127" x="6884988" y="2405063"/>
          <p14:tracePt t="43135" x="6856413" y="2400300"/>
          <p14:tracePt t="43141" x="6823075" y="2389188"/>
          <p14:tracePt t="43155" x="6765925" y="2365375"/>
          <p14:tracePt t="43162" x="6731000" y="2354263"/>
          <p14:tracePt t="43169" x="6691313" y="2336800"/>
          <p14:tracePt t="43176" x="6645275" y="2325688"/>
          <p14:tracePt t="43183" x="6605588" y="2308225"/>
          <p14:tracePt t="43190" x="6554788" y="2297113"/>
          <p14:tracePt t="43197" x="6503988" y="2286000"/>
          <p14:tracePt t="43198" x="6486525" y="2279650"/>
          <p14:tracePt t="43199" x="6475413" y="2279650"/>
          <p14:tracePt t="43200" x="6469063" y="2279650"/>
          <p14:tracePt t="43201" x="6457950" y="2274888"/>
          <p14:tracePt t="43202" x="6446838" y="2274888"/>
          <p14:tracePt t="43204" x="6440488" y="2274888"/>
          <p14:tracePt t="43211" x="6372225" y="2263775"/>
          <p14:tracePt t="43217" x="6303963" y="2251075"/>
          <p14:tracePt t="43225" x="6235700" y="2246313"/>
          <p14:tracePt t="43231" x="6161088" y="2239963"/>
          <p14:tracePt t="43238" x="6075363" y="2235200"/>
          <p14:tracePt t="43245" x="5995988" y="2222500"/>
          <p14:tracePt t="43252" x="5894388" y="2222500"/>
          <p14:tracePt t="43259" x="5808663" y="2222500"/>
          <p14:tracePt t="43266" x="5734050" y="2217738"/>
          <p14:tracePt t="43273" x="5648325" y="2217738"/>
          <p14:tracePt t="43280" x="5546725" y="2217738"/>
          <p14:tracePt t="43287" x="5472113" y="2217738"/>
          <p14:tracePt t="43294" x="5421313" y="2217738"/>
          <p14:tracePt t="43301" x="5357813" y="2217738"/>
          <p14:tracePt t="43308" x="5311775" y="2217738"/>
          <p14:tracePt t="43315" x="5267325" y="2217738"/>
          <p14:tracePt t="43322" x="5226050" y="2217738"/>
          <p14:tracePt t="43329" x="5192713" y="2217738"/>
          <p14:tracePt t="43336" x="5164138" y="2211388"/>
          <p14:tracePt t="43342" x="5146675" y="2206625"/>
          <p14:tracePt t="43353" x="5141913" y="2206625"/>
          <p14:tracePt t="43448" x="5135563" y="2206625"/>
          <p14:tracePt t="43450" x="5129213" y="2211388"/>
          <p14:tracePt t="43453" x="5129213" y="2222500"/>
          <p14:tracePt t="43461" x="5113338" y="2246313"/>
          <p14:tracePt t="43467" x="5100638" y="2268538"/>
          <p14:tracePt t="43475" x="5084763" y="2303463"/>
          <p14:tracePt t="43481" x="5067300" y="2336800"/>
          <p14:tracePt t="43489" x="5045075" y="2371725"/>
          <p14:tracePt t="43495" x="5016500" y="2405063"/>
          <p14:tracePt t="43502" x="4999038" y="2439988"/>
          <p14:tracePt t="43509" x="4981575" y="2474913"/>
          <p14:tracePt t="43516" x="4970463" y="2501900"/>
          <p14:tracePt t="43523" x="4959350" y="2543175"/>
          <p14:tracePt t="43530" x="4935538" y="2587625"/>
          <p14:tracePt t="43537" x="4924425" y="2640013"/>
          <p14:tracePt t="43544" x="4906963" y="2690813"/>
          <p14:tracePt t="43551" x="4891088" y="2741613"/>
          <p14:tracePt t="43558" x="4884738" y="2787650"/>
          <p14:tracePt t="43565" x="4867275" y="2844800"/>
          <p14:tracePt t="43572" x="4856163" y="2878138"/>
          <p14:tracePt t="43579" x="4845050" y="2913063"/>
          <p14:tracePt t="43586" x="4838700" y="2952750"/>
          <p14:tracePt t="43593" x="4833938" y="2976563"/>
          <p14:tracePt t="43600" x="4827588" y="2992438"/>
          <p14:tracePt t="43607" x="4827588" y="3003550"/>
          <p14:tracePt t="43614" x="4827588" y="3016250"/>
          <p14:tracePt t="43621" x="4833938" y="3027363"/>
          <p14:tracePt t="43630" x="4845050" y="3049588"/>
          <p14:tracePt t="43640" x="4862513" y="3078163"/>
          <p14:tracePt t="43649" x="4884738" y="3101975"/>
          <p14:tracePt t="43657" x="4906963" y="3124200"/>
          <p14:tracePt t="43664" x="4924425" y="3141663"/>
          <p14:tracePt t="43670" x="4941888" y="3152775"/>
          <p14:tracePt t="43676" x="4964113" y="3170238"/>
          <p14:tracePt t="43684" x="4992688" y="3186113"/>
          <p14:tracePt t="43694" x="5032375" y="3214688"/>
          <p14:tracePt t="43701" x="5056188" y="3227388"/>
          <p14:tracePt t="43702" x="5067300" y="3227388"/>
          <p14:tracePt t="43703" x="5073650" y="3232150"/>
          <p14:tracePt t="43705" x="5078413" y="3238500"/>
          <p14:tracePt t="43710" x="5106988" y="3254375"/>
          <p14:tracePt t="43717" x="5153025" y="3278188"/>
          <p14:tracePt t="43725" x="5192713" y="3306763"/>
          <p14:tracePt t="43731" x="5238750" y="3328988"/>
          <p14:tracePt t="43738" x="5278438" y="3346450"/>
          <p14:tracePt t="43745" x="5311775" y="3368675"/>
          <p14:tracePt t="43752" x="5335588" y="3379788"/>
          <p14:tracePt t="43759" x="5357813" y="3392488"/>
          <p14:tracePt t="43766" x="5368925" y="3408363"/>
          <p14:tracePt t="43773" x="5380038" y="3414713"/>
          <p14:tracePt t="43780" x="5386388" y="3421063"/>
          <p14:tracePt t="43787" x="5392738" y="3432175"/>
          <p14:tracePt t="43794" x="5403850" y="3436938"/>
          <p14:tracePt t="43801" x="5408613" y="3443288"/>
          <p14:tracePt t="43808" x="5421313" y="3454400"/>
          <p14:tracePt t="43827" x="5472113" y="3482975"/>
          <p14:tracePt t="43831" x="5500688" y="3500438"/>
          <p14:tracePt t="43843" x="5597525" y="3533775"/>
          <p14:tracePt t="43850" x="5659438" y="3557588"/>
          <p14:tracePt t="43856" x="5727700" y="3568700"/>
          <p14:tracePt t="43863" x="5802313" y="3586163"/>
          <p14:tracePt t="43870" x="5865813" y="3597275"/>
          <p14:tracePt t="43877" x="5921375" y="3603625"/>
          <p14:tracePt t="43884" x="5967413" y="3608388"/>
          <p14:tracePt t="43891" x="6007100" y="3614738"/>
          <p14:tracePt t="43898" x="6030913" y="3614738"/>
          <p14:tracePt t="43905" x="6035675" y="3614738"/>
          <p14:tracePt t="43972" x="6042025" y="3614738"/>
          <p14:tracePt t="43979" x="6046788" y="3614738"/>
          <p14:tracePt t="43982" x="6053138" y="3614738"/>
          <p14:tracePt t="43993" x="6059488" y="3614738"/>
          <p14:tracePt t="44000" x="6064250" y="3614738"/>
          <p14:tracePt t="44011" x="6070600" y="3614738"/>
          <p14:tracePt t="44013" x="6075363" y="3614738"/>
          <p14:tracePt t="44022" x="6081713" y="3614738"/>
          <p14:tracePt t="44027" x="6088063" y="3614738"/>
          <p14:tracePt t="44032" x="6092825" y="3614738"/>
          <p14:tracePt t="44037" x="6103938" y="3608388"/>
          <p14:tracePt t="44044" x="6116638" y="3608388"/>
          <p14:tracePt t="44051" x="6132513" y="3608388"/>
          <p14:tracePt t="44058" x="6149975" y="3603625"/>
          <p14:tracePt t="44065" x="6172200" y="3603625"/>
          <p14:tracePt t="44072" x="6196013" y="3597275"/>
          <p14:tracePt t="44079" x="6218238" y="3590925"/>
          <p14:tracePt t="44086" x="6242050" y="3590925"/>
          <p14:tracePt t="44093" x="6257925" y="3590925"/>
          <p14:tracePt t="44100" x="6275388" y="3590925"/>
          <p14:tracePt t="44106" x="6281738" y="3590925"/>
          <p14:tracePt t="44114" x="6286500" y="3590925"/>
          <p14:tracePt t="44264" x="6286500" y="3586163"/>
          <p14:tracePt t="44266" x="6281738" y="3586163"/>
          <p14:tracePt t="44273" x="6281738" y="3579813"/>
          <p14:tracePt t="44280" x="6270625" y="3575050"/>
          <p14:tracePt t="44287" x="6264275" y="3562350"/>
          <p14:tracePt t="44294" x="6246813" y="3546475"/>
          <p14:tracePt t="44301" x="6242050" y="3522663"/>
          <p14:tracePt t="44308" x="6207125" y="3489325"/>
          <p14:tracePt t="44315" x="6156325" y="3436938"/>
          <p14:tracePt t="44322" x="6092825" y="3386138"/>
          <p14:tracePt t="44336" x="5991225" y="3300413"/>
          <p14:tracePt t="44343" x="5921375" y="3249613"/>
          <p14:tracePt t="44349" x="5842000" y="3192463"/>
          <p14:tracePt t="44356" x="5768975" y="3135313"/>
          <p14:tracePt t="44363" x="5676900" y="3055938"/>
          <p14:tracePt t="44370" x="5568950" y="2970213"/>
          <p14:tracePt t="44377" x="5483225" y="2890838"/>
          <p14:tracePt t="44384" x="5392738" y="2805113"/>
          <p14:tracePt t="44398" x="5260975" y="2673350"/>
          <p14:tracePt t="44405" x="5214938" y="2622550"/>
          <p14:tracePt t="44412" x="5181600" y="2587625"/>
          <p14:tracePt t="44419" x="5157788" y="2559050"/>
          <p14:tracePt t="44426" x="5153025" y="2543175"/>
          <p14:tracePt t="44433" x="5141913" y="2530475"/>
          <p14:tracePt t="44440" x="5141913" y="2525713"/>
          <p14:tracePt t="44447" x="5141913" y="2519363"/>
          <p14:tracePt t="44455" x="5141913" y="2514600"/>
          <p14:tracePt t="44468" x="5141913" y="2508250"/>
          <p14:tracePt t="44476" x="5141913" y="2501900"/>
          <p14:tracePt t="44478" x="5146675" y="2501900"/>
          <p14:tracePt t="44481" x="5146675" y="2497138"/>
          <p14:tracePt t="44488" x="5153025" y="2486025"/>
          <p14:tracePt t="44495" x="5157788" y="2468563"/>
          <p14:tracePt t="44502" x="5170488" y="2451100"/>
          <p14:tracePt t="44509" x="5181600" y="2433638"/>
          <p14:tracePt t="44516" x="5186363" y="2422525"/>
          <p14:tracePt t="44523" x="5203825" y="2411413"/>
          <p14:tracePt t="44530" x="5210175" y="2400300"/>
          <p14:tracePt t="44537" x="5226050" y="2389188"/>
          <p14:tracePt t="44544" x="5243513" y="2382838"/>
          <p14:tracePt t="44551" x="5254625" y="2376488"/>
          <p14:tracePt t="44558" x="5267325" y="2371725"/>
          <p14:tracePt t="44565" x="5278438" y="2371725"/>
          <p14:tracePt t="44572" x="5283200" y="2371725"/>
          <p14:tracePt t="44579" x="5289550" y="2371725"/>
          <p14:tracePt t="44693" x="5283200" y="2371725"/>
          <p14:tracePt t="44695" x="5278438" y="2371725"/>
          <p14:tracePt t="44698" x="5272088" y="2371725"/>
          <p14:tracePt t="44704" x="5260975" y="2371725"/>
          <p14:tracePt t="44711" x="5243513" y="2371725"/>
          <p14:tracePt t="44718" x="5221288" y="2376488"/>
          <p14:tracePt t="44725" x="5192713" y="2389188"/>
          <p14:tracePt t="44739" x="5157788" y="2405063"/>
          <p14:tracePt t="44748" x="5141913" y="2411413"/>
          <p14:tracePt t="44757" x="5129213" y="2411413"/>
          <p14:tracePt t="44765" x="5124450" y="2411413"/>
          <p14:tracePt t="44773" x="5124450" y="2417763"/>
          <p14:tracePt t="44789" x="5124450" y="2422525"/>
          <p14:tracePt t="44791" x="5118100" y="2422525"/>
          <p14:tracePt t="44797" x="5118100" y="2428875"/>
          <p14:tracePt t="44807" x="5113338" y="2433638"/>
          <p14:tracePt t="44814" x="5113338" y="2439988"/>
          <p14:tracePt t="44947" x="5118100" y="2439988"/>
          <p14:tracePt t="44950" x="5124450" y="2439988"/>
          <p14:tracePt t="44953" x="5135563" y="2439988"/>
          <p14:tracePt t="44961" x="5164138" y="2439988"/>
          <p14:tracePt t="44975" x="5238750" y="2439988"/>
          <p14:tracePt t="44976" x="5243513" y="2439988"/>
          <p14:tracePt t="44981" x="5272088" y="2439988"/>
          <p14:tracePt t="44989" x="5300663" y="2439988"/>
          <p14:tracePt t="44990" x="5311775" y="2439988"/>
          <p14:tracePt t="44991" x="5318125" y="2439988"/>
          <p14:tracePt t="45002" x="5346700" y="2439988"/>
          <p14:tracePt t="45009" x="5368925" y="2439988"/>
          <p14:tracePt t="45016" x="5380038" y="2439988"/>
          <p14:tracePt t="45023" x="5392738" y="2439988"/>
          <p14:tracePt t="45030" x="5403850" y="2439988"/>
          <p14:tracePt t="45038" x="5421313" y="2439988"/>
          <p14:tracePt t="45044" x="5437188" y="2439988"/>
          <p14:tracePt t="45051" x="5461000" y="2439988"/>
          <p14:tracePt t="45058" x="5494338" y="2439988"/>
          <p14:tracePt t="45065" x="5534025" y="2439988"/>
          <p14:tracePt t="45072" x="5573713" y="2439988"/>
          <p14:tracePt t="45078" x="5614988" y="2439988"/>
          <p14:tracePt t="45085" x="5654675" y="2439988"/>
          <p14:tracePt t="45092" x="5699125" y="2439988"/>
          <p14:tracePt t="45099" x="5734050" y="2439988"/>
          <p14:tracePt t="45107" x="5756275" y="2439988"/>
          <p14:tracePt t="45113" x="5773738" y="2439988"/>
          <p14:tracePt t="45120" x="5784850" y="2439988"/>
          <p14:tracePt t="45134" x="5797550" y="2439988"/>
          <p14:tracePt t="45163" x="5802313" y="2439988"/>
          <p14:tracePt t="45171" x="5808663" y="2439988"/>
          <p14:tracePt t="45178" x="5813425" y="2439988"/>
          <p14:tracePt t="45180" x="5819775" y="2439988"/>
          <p14:tracePt t="45184" x="5824538" y="2439988"/>
          <p14:tracePt t="45190" x="5830888" y="2439988"/>
          <p14:tracePt t="45204" x="5865813" y="2439988"/>
          <p14:tracePt t="45211" x="5888038" y="2439988"/>
          <p14:tracePt t="45225" x="5934075" y="2439988"/>
          <p14:tracePt t="45239" x="5978525" y="2439988"/>
          <p14:tracePt t="45245" x="6002338" y="2446338"/>
          <p14:tracePt t="45252" x="6030913" y="2451100"/>
          <p14:tracePt t="45266" x="6088063" y="2462213"/>
          <p14:tracePt t="45280" x="6167438" y="2468563"/>
          <p14:tracePt t="45294" x="6253163" y="2474913"/>
          <p14:tracePt t="45301" x="6281738" y="2479675"/>
          <p14:tracePt t="45315" x="6338888" y="2486025"/>
          <p14:tracePt t="45322" x="6361113" y="2486025"/>
          <p14:tracePt t="45329" x="6378575" y="2490788"/>
          <p14:tracePt t="45343" x="6400800" y="2490788"/>
          <p14:tracePt t="45350" x="6411913" y="2490788"/>
          <p14:tracePt t="45356" x="6418263" y="2490788"/>
          <p14:tracePt t="45363" x="6423025" y="2490788"/>
          <p14:tracePt t="45370" x="6429375" y="2490788"/>
          <p14:tracePt t="45377" x="6435725" y="2490788"/>
          <p14:tracePt t="45384" x="6440488" y="2490788"/>
          <p14:tracePt t="45391" x="6446838" y="2486025"/>
          <p14:tracePt t="45406" x="6469063" y="2486025"/>
          <p14:tracePt t="45406" x="6469063" y="2479675"/>
          <p14:tracePt t="45412" x="6475413" y="2479675"/>
          <p14:tracePt t="45419" x="6492875" y="2474913"/>
          <p14:tracePt t="45426" x="6497638" y="2468563"/>
          <p14:tracePt t="45433" x="6508750" y="2468563"/>
          <p14:tracePt t="45440" x="6519863" y="2468563"/>
          <p14:tracePt t="45447" x="6532563" y="2468563"/>
          <p14:tracePt t="45454" x="6543675" y="2468563"/>
          <p14:tracePt t="45468" x="6583363" y="2468563"/>
          <p14:tracePt t="45475" x="6600825" y="2462213"/>
          <p14:tracePt t="45482" x="6611938" y="2462213"/>
          <p14:tracePt t="45489" x="6629400" y="2462213"/>
          <p14:tracePt t="45495" x="6645275" y="2457450"/>
          <p14:tracePt t="45502" x="6669088" y="2457450"/>
          <p14:tracePt t="45510" x="6691313" y="2457450"/>
          <p14:tracePt t="45516" x="6715125" y="2457450"/>
          <p14:tracePt t="45523" x="6731000" y="2457450"/>
          <p14:tracePt t="45530" x="6743700" y="2457450"/>
          <p14:tracePt t="45537" x="6754813" y="2457450"/>
          <p14:tracePt t="45544" x="6759575" y="2457450"/>
          <p14:tracePt t="45551" x="6765925" y="2457450"/>
          <p14:tracePt t="45571" x="6770688" y="2457450"/>
          <p14:tracePt t="45604" x="6777038" y="2457450"/>
          <p14:tracePt t="45610" x="6783388" y="2457450"/>
          <p14:tracePt t="45614" x="6783388" y="2451100"/>
          <p14:tracePt t="45620" x="6794500" y="2451100"/>
          <p14:tracePt t="45632" x="6799263" y="2451100"/>
          <p14:tracePt t="45701" x="6805613" y="2451100"/>
          <p14:tracePt t="45706" x="6811963" y="2451100"/>
          <p14:tracePt t="45709" x="6816725" y="2451100"/>
          <p14:tracePt t="45712" x="6823075" y="2451100"/>
          <p14:tracePt t="45717" x="6834188" y="2451100"/>
          <p14:tracePt t="45725" x="6851650" y="2446338"/>
          <p14:tracePt t="45731" x="6856413" y="2446338"/>
          <p14:tracePt t="45738" x="6873875" y="2446338"/>
          <p14:tracePt t="45745" x="6880225" y="2446338"/>
          <p14:tracePt t="45752" x="6891338" y="2446338"/>
          <p14:tracePt t="46829" x="6891338" y="2451100"/>
          <p14:tracePt t="47777" x="6896100" y="2451100"/>
          <p14:tracePt t="47781" x="6902450" y="2451100"/>
          <p14:tracePt t="47782" x="6908800" y="2451100"/>
          <p14:tracePt t="47783" x="6913563" y="2451100"/>
          <p14:tracePt t="47787" x="6924675" y="2457450"/>
          <p14:tracePt t="47794" x="6953250" y="2457450"/>
          <p14:tracePt t="47808" x="7005638" y="2474913"/>
          <p14:tracePt t="47809" x="7010400" y="2474913"/>
          <p14:tracePt t="47815" x="7016750" y="2486025"/>
          <p14:tracePt t="47824" x="7021513" y="2501900"/>
          <p14:tracePt t="47836" x="7034213" y="2514600"/>
          <p14:tracePt t="47875" x="7034213" y="2508250"/>
          <p14:tracePt t="47878" x="7027863" y="2508250"/>
          <p14:tracePt t="47879" x="7027863" y="2501900"/>
          <p14:tracePt t="47884" x="7027863" y="2497138"/>
          <p14:tracePt t="47891" x="7016750" y="2479675"/>
          <p14:tracePt t="47898" x="7005638" y="2462213"/>
          <p14:tracePt t="47905" x="6999288" y="2451100"/>
          <p14:tracePt t="47912" x="6992938" y="2439988"/>
          <p14:tracePt t="47926" x="6981825" y="2428875"/>
          <p14:tracePt t="47940" x="6981825" y="2417763"/>
          <p14:tracePt t="47954" x="6977063" y="2411413"/>
          <p14:tracePt t="47968" x="6977063" y="2405063"/>
          <p14:tracePt t="48010" x="6970713" y="2405063"/>
          <p14:tracePt t="51633" x="6965950" y="2405063"/>
          <p14:tracePt t="51635" x="6959600" y="2400300"/>
          <p14:tracePt t="51641" x="6948488" y="2393950"/>
          <p14:tracePt t="51648" x="6924675" y="2376488"/>
          <p14:tracePt t="51655" x="6896100" y="2360613"/>
          <p14:tracePt t="51669" x="6834188" y="2325688"/>
          <p14:tracePt t="51670" x="6823075" y="2314575"/>
          <p14:tracePt t="51671" x="6816725" y="2314575"/>
          <p14:tracePt t="51672" x="6811963" y="2314575"/>
          <p14:tracePt t="51676" x="6799263" y="2303463"/>
          <p14:tracePt t="51690" x="6726238" y="2274888"/>
          <p14:tracePt t="51697" x="6686550" y="2251075"/>
          <p14:tracePt t="51704" x="6645275" y="2235200"/>
          <p14:tracePt t="51718" x="6561138" y="2195513"/>
          <p14:tracePt t="51725" x="6526213" y="2178050"/>
          <p14:tracePt t="51731" x="6480175" y="2166938"/>
          <p14:tracePt t="51739" x="6423025" y="2138363"/>
          <p14:tracePt t="51753" x="6321425" y="2109788"/>
          <p14:tracePt t="51759" x="6257925" y="2085975"/>
          <p14:tracePt t="51773" x="6103938" y="2035175"/>
          <p14:tracePt t="51780" x="6030913" y="2017713"/>
          <p14:tracePt t="51794" x="5865813" y="1966913"/>
          <p14:tracePt t="51801" x="5797550" y="1955800"/>
          <p14:tracePt t="51815" x="5688013" y="1944688"/>
          <p14:tracePt t="51823" x="5648325" y="1938338"/>
          <p14:tracePt t="51836" x="5597525" y="1938338"/>
          <p14:tracePt t="51842" x="5573713" y="1938338"/>
          <p14:tracePt t="51850" x="5562600" y="1938338"/>
          <p14:tracePt t="51857" x="5540375" y="1938338"/>
          <p14:tracePt t="51864" x="5518150" y="1938338"/>
          <p14:tracePt t="51871" x="5494338" y="1927225"/>
          <p14:tracePt t="51884" x="5448300" y="1920875"/>
          <p14:tracePt t="51891" x="5432425" y="1920875"/>
          <p14:tracePt t="51905" x="5421313" y="1916113"/>
          <p14:tracePt t="52340" x="5426075" y="1916113"/>
          <p14:tracePt t="52344" x="5432425" y="1916113"/>
          <p14:tracePt t="52350" x="5437188" y="1916113"/>
          <p14:tracePt t="52356" x="5461000" y="1916113"/>
          <p14:tracePt t="52364" x="5500688" y="1916113"/>
          <p14:tracePt t="52378" x="5597525" y="1916113"/>
          <p14:tracePt t="52391" x="5740400" y="1909763"/>
          <p14:tracePt t="52398" x="5837238" y="1903413"/>
          <p14:tracePt t="52405" x="5910263" y="1892300"/>
          <p14:tracePt t="52419" x="6046788" y="1887538"/>
          <p14:tracePt t="52427" x="6099175" y="1887538"/>
          <p14:tracePt t="52433" x="6132513" y="1887538"/>
          <p14:tracePt t="52440" x="6167438" y="1887538"/>
          <p14:tracePt t="52448" x="6189663" y="1887538"/>
          <p14:tracePt t="52454" x="6213475" y="1887538"/>
          <p14:tracePt t="52461" x="6229350" y="1887538"/>
          <p14:tracePt t="52468" x="6242050" y="1887538"/>
          <p14:tracePt t="52475" x="6253163" y="1892300"/>
          <p14:tracePt t="52521" x="6257925" y="1892300"/>
          <p14:tracePt t="52528" x="6264275" y="1892300"/>
          <p14:tracePt t="52533" x="6270625" y="1892300"/>
          <p14:tracePt t="52537" x="6270625" y="1898650"/>
          <p14:tracePt t="52544" x="6275388" y="1898650"/>
          <p14:tracePt t="52551" x="6275388" y="1903413"/>
          <p14:tracePt t="52606" x="6275388" y="1909763"/>
          <p14:tracePt t="52607" x="6281738" y="1909763"/>
          <p14:tracePt t="52614" x="6281738" y="1920875"/>
          <p14:tracePt t="52620" x="6292850" y="1927225"/>
          <p14:tracePt t="52628" x="6292850" y="1938338"/>
          <p14:tracePt t="52634" x="6303963" y="1949450"/>
          <p14:tracePt t="52641" x="6303963" y="1955800"/>
          <p14:tracePt t="52655" x="6321425" y="1966913"/>
          <p14:tracePt t="52757" x="6326188" y="1966913"/>
          <p14:tracePt t="52762" x="6332538" y="1966913"/>
          <p14:tracePt t="52766" x="6338888" y="1966913"/>
          <p14:tracePt t="52773" x="6354763" y="1960563"/>
          <p14:tracePt t="52787" x="6411913" y="1960563"/>
          <p14:tracePt t="52794" x="6446838" y="1955800"/>
          <p14:tracePt t="52808" x="6532563" y="1955800"/>
          <p14:tracePt t="52809" x="6548438" y="1955800"/>
          <p14:tracePt t="52815" x="6577013" y="1955800"/>
          <p14:tracePt t="52823" x="6651625" y="1955800"/>
          <p14:tracePt t="52844" x="6816725" y="1960563"/>
          <p14:tracePt t="52849" x="6851650" y="1960563"/>
          <p14:tracePt t="52856" x="6891338" y="1960563"/>
          <p14:tracePt t="52863" x="6931025" y="1960563"/>
          <p14:tracePt t="52870" x="6965950" y="1955800"/>
          <p14:tracePt t="52877" x="6992938" y="1955800"/>
          <p14:tracePt t="52884" x="7010400" y="1955800"/>
          <p14:tracePt t="52891" x="7021513" y="1949450"/>
          <p14:tracePt t="52898" x="7027863" y="1949450"/>
          <p14:tracePt t="55382" x="7027863" y="1944688"/>
          <p14:tracePt t="55386" x="7027863" y="1938338"/>
          <p14:tracePt t="55392" x="7027863" y="1931988"/>
          <p14:tracePt t="55398" x="7021513" y="1916113"/>
          <p14:tracePt t="55405" x="7016750" y="1903413"/>
          <p14:tracePt t="55412" x="7016750" y="1892300"/>
          <p14:tracePt t="55419" x="7010400" y="1887538"/>
          <p14:tracePt t="55434" x="7010400" y="1881188"/>
          <p14:tracePt t="55944" x="7005638" y="1881188"/>
          <p14:tracePt t="55946" x="6999288" y="1887538"/>
          <p14:tracePt t="55954" x="6981825" y="1916113"/>
          <p14:tracePt t="55961" x="6953250" y="1955800"/>
          <p14:tracePt t="55975" x="6862763" y="2052638"/>
          <p14:tracePt t="55989" x="6765925" y="2166938"/>
          <p14:tracePt t="56002" x="6662738" y="2292350"/>
          <p14:tracePt t="56009" x="6623050" y="2365375"/>
          <p14:tracePt t="56016" x="6583363" y="2446338"/>
          <p14:tracePt t="56023" x="6543675" y="2525713"/>
          <p14:tracePt t="56030" x="6515100" y="2616200"/>
          <p14:tracePt t="56037" x="6480175" y="2719388"/>
          <p14:tracePt t="56045" x="6446838" y="2816225"/>
          <p14:tracePt t="56052" x="6423025" y="2913063"/>
          <p14:tracePt t="56058" x="6389688" y="3021013"/>
          <p14:tracePt t="56065" x="6372225" y="3128963"/>
          <p14:tracePt t="56072" x="6343650" y="3227388"/>
          <p14:tracePt t="56079" x="6315075" y="3352800"/>
          <p14:tracePt t="56086" x="6286500" y="3454400"/>
          <p14:tracePt t="56093" x="6257925" y="3546475"/>
          <p14:tracePt t="56108" x="6213475" y="3729038"/>
          <p14:tracePt t="56109" x="6207125" y="3756025"/>
          <p14:tracePt t="56109" x="6207125" y="3768725"/>
          <p14:tracePt t="56113" x="6200775" y="3797300"/>
          <p14:tracePt t="56120" x="6189663" y="3848100"/>
          <p14:tracePt t="56127" x="6184900" y="3887788"/>
          <p14:tracePt t="56142" x="6172200" y="3927475"/>
          <p14:tracePt t="56149" x="6172200" y="3933825"/>
          <p14:tracePt t="56278" x="6167438" y="3933825"/>
          <p14:tracePt t="56281" x="6167438" y="3938588"/>
          <p14:tracePt t="56282" x="6161088" y="3938588"/>
          <p14:tracePt t="56287" x="6149975" y="3951288"/>
          <p14:tracePt t="56294" x="6132513" y="3967163"/>
          <p14:tracePt t="56301" x="6116638" y="3990975"/>
          <p14:tracePt t="56315" x="6088063" y="4030663"/>
          <p14:tracePt t="56322" x="6081713" y="4052888"/>
          <p14:tracePt t="56336" x="6064250" y="4087813"/>
          <p14:tracePt t="56337" x="6059488" y="4105275"/>
          <p14:tracePt t="56342" x="6046788" y="4116388"/>
          <p14:tracePt t="56357" x="6024563" y="4149725"/>
          <p14:tracePt t="56363" x="6002338" y="4167188"/>
          <p14:tracePt t="56370" x="5973763" y="4184650"/>
          <p14:tracePt t="56377" x="5916613" y="4224338"/>
          <p14:tracePt t="56384" x="5837238" y="4275138"/>
          <p14:tracePt t="56391" x="5756275" y="4327525"/>
          <p14:tracePt t="56405" x="5522913" y="4406900"/>
          <p14:tracePt t="56412" x="5421313" y="4424363"/>
          <p14:tracePt t="56419" x="5307013" y="4429125"/>
          <p14:tracePt t="56433" x="5056188" y="4429125"/>
          <p14:tracePt t="56434" x="5016500" y="4424363"/>
          <p14:tracePt t="56435" x="4992688" y="4424363"/>
          <p14:tracePt t="56440" x="4902200" y="4411663"/>
          <p14:tracePt t="56447" x="4724400" y="4395788"/>
          <p14:tracePt t="56454" x="4587875" y="4378325"/>
          <p14:tracePt t="56461" x="4440238" y="4356100"/>
          <p14:tracePt t="56468" x="4314825" y="4338638"/>
          <p14:tracePt t="56475" x="4206875" y="4321175"/>
          <p14:tracePt t="56482" x="4103688" y="4303713"/>
          <p14:tracePt t="56489" x="4024313" y="4286250"/>
          <p14:tracePt t="56495" x="3984625" y="4275138"/>
          <p14:tracePt t="56502" x="3960813" y="4257675"/>
          <p14:tracePt t="56510" x="3956050" y="4252913"/>
          <p14:tracePt t="56542" x="3956050" y="4246563"/>
          <p14:tracePt t="56554" x="3956050" y="4241800"/>
          <p14:tracePt t="56556" x="3956050" y="4235450"/>
          <p14:tracePt t="56559" x="3956050" y="4230688"/>
          <p14:tracePt t="56565" x="3956050" y="4224338"/>
          <p14:tracePt t="56572" x="3956050" y="4213225"/>
          <p14:tracePt t="56579" x="3960813" y="4202113"/>
          <p14:tracePt t="56593" x="3973513" y="4173538"/>
          <p14:tracePt t="56608" x="3984625" y="4149725"/>
          <p14:tracePt t="56616" x="4002088" y="4132263"/>
          <p14:tracePt t="56624" x="4024313" y="4116388"/>
          <p14:tracePt t="56631" x="4057650" y="4098925"/>
          <p14:tracePt t="56638" x="4110038" y="4087813"/>
          <p14:tracePt t="56643" x="4149725" y="4076700"/>
          <p14:tracePt t="56648" x="4200525" y="4064000"/>
          <p14:tracePt t="56655" x="4292600" y="4052888"/>
          <p14:tracePt t="56664" x="4394200" y="4052888"/>
          <p14:tracePt t="56673" x="4543425" y="4048125"/>
          <p14:tracePt t="56679" x="4633913" y="4048125"/>
          <p14:tracePt t="56685" x="4713288" y="4048125"/>
          <p14:tracePt t="56690" x="4781550" y="4048125"/>
          <p14:tracePt t="56697" x="4867275" y="4048125"/>
          <p14:tracePt t="56704" x="4930775" y="4052888"/>
          <p14:tracePt t="56711" x="4992688" y="4052888"/>
          <p14:tracePt t="56718" x="5049838" y="4052888"/>
          <p14:tracePt t="56725" x="5078413" y="4052888"/>
          <p14:tracePt t="56732" x="5100638" y="4052888"/>
          <p14:tracePt t="56733" x="5113338" y="4052888"/>
          <p14:tracePt t="56738" x="5124450" y="4052888"/>
          <p14:tracePt t="56745" x="5135563" y="4052888"/>
          <p14:tracePt t="56753" x="5153025" y="4052888"/>
          <p14:tracePt t="56760" x="5170488" y="4052888"/>
          <p14:tracePt t="56774" x="5199063" y="4048125"/>
          <p14:tracePt t="56787" x="5238750" y="4035425"/>
          <p14:tracePt t="56794" x="5272088" y="4030663"/>
          <p14:tracePt t="56801" x="5318125" y="4024313"/>
          <p14:tracePt t="56808" x="5364163" y="4024313"/>
          <p14:tracePt t="56815" x="5421313" y="4024313"/>
          <p14:tracePt t="56823" x="5476875" y="4024313"/>
          <p14:tracePt t="56836" x="5562600" y="4030663"/>
          <p14:tracePt t="56843" x="5586413" y="4035425"/>
          <p14:tracePt t="56850" x="5602288" y="4035425"/>
          <p14:tracePt t="56857" x="5619750" y="4041775"/>
          <p14:tracePt t="56864" x="5626100" y="4048125"/>
          <p14:tracePt t="56908" x="5630863" y="4048125"/>
          <p14:tracePt t="56992" x="5630863" y="4052888"/>
          <p14:tracePt t="56999" x="5630863" y="4059238"/>
          <p14:tracePt t="57008" x="5637213" y="4059238"/>
          <p14:tracePt t="57010" x="5637213" y="4064000"/>
          <p14:tracePt t="57016" x="5637213" y="4070350"/>
          <p14:tracePt t="57115" x="5630863" y="4070350"/>
          <p14:tracePt t="57119" x="5630863" y="4076700"/>
          <p14:tracePt t="57122" x="5626100" y="4076700"/>
          <p14:tracePt t="57129" x="5619750" y="4076700"/>
          <p14:tracePt t="57134" x="5614988" y="4076700"/>
          <p14:tracePt t="57142" x="5608638" y="4081463"/>
          <p14:tracePt t="57156" x="5602288" y="4081463"/>
          <p14:tracePt t="57503" x="5602288" y="4087813"/>
          <p14:tracePt t="57504" x="5597525" y="4092575"/>
          <p14:tracePt t="57509" x="5597525" y="4098925"/>
          <p14:tracePt t="57516" x="5591175" y="4127500"/>
          <p14:tracePt t="57530" x="5586413" y="4206875"/>
          <p14:tracePt t="57531" x="5586413" y="4217988"/>
          <p14:tracePt t="57532" x="5586413" y="4230688"/>
          <p14:tracePt t="57544" x="5586413" y="4292600"/>
          <p14:tracePt t="57551" x="5586413" y="4332288"/>
          <p14:tracePt t="57559" x="5591175" y="4371975"/>
          <p14:tracePt t="57569" x="5597525" y="4424363"/>
          <p14:tracePt t="57578" x="5597525" y="4452938"/>
          <p14:tracePt t="57584" x="5597525" y="4475163"/>
          <p14:tracePt t="57591" x="5597525" y="4503738"/>
          <p14:tracePt t="57598" x="5591175" y="4525963"/>
          <p14:tracePt t="57605" x="5580063" y="4543425"/>
          <p14:tracePt t="57610" x="5568950" y="4565650"/>
          <p14:tracePt t="57615" x="5551488" y="4583113"/>
          <p14:tracePt t="57621" x="5546725" y="4600575"/>
          <p14:tracePt t="57627" x="5522913" y="4622800"/>
          <p14:tracePt t="57635" x="5505450" y="4646613"/>
          <p14:tracePt t="57641" x="5483225" y="4662488"/>
          <p14:tracePt t="57649" x="5461000" y="4675188"/>
          <p14:tracePt t="57656" x="5426075" y="4697413"/>
          <p14:tracePt t="57665" x="5386388" y="4708525"/>
          <p14:tracePt t="57672" x="5351463" y="4719638"/>
          <p14:tracePt t="57680" x="5322888" y="4725988"/>
          <p14:tracePt t="57687" x="5295900" y="4725988"/>
          <p14:tracePt t="57693" x="5278438" y="4725988"/>
          <p14:tracePt t="57698" x="5254625" y="4725988"/>
          <p14:tracePt t="57704" x="5232400" y="4725988"/>
          <p14:tracePt t="57711" x="5210175" y="4725988"/>
          <p14:tracePt t="57718" x="5186363" y="4719638"/>
          <p14:tracePt t="57725" x="5164138" y="4708525"/>
          <p14:tracePt t="57739" x="5124450" y="4679950"/>
          <p14:tracePt t="57753" x="5078413" y="4640263"/>
          <p14:tracePt t="57760" x="5056188" y="4600575"/>
          <p14:tracePt t="57766" x="5032375" y="4560888"/>
          <p14:tracePt t="57774" x="5016500" y="4521200"/>
          <p14:tracePt t="57781" x="5003800" y="4475163"/>
          <p14:tracePt t="57787" x="4987925" y="4429125"/>
          <p14:tracePt t="57794" x="4975225" y="4383088"/>
          <p14:tracePt t="57801" x="4975225" y="4338638"/>
          <p14:tracePt t="57808" x="4970463" y="4270375"/>
          <p14:tracePt t="57815" x="4970463" y="4206875"/>
          <p14:tracePt t="57824" x="4970463" y="4116388"/>
          <p14:tracePt t="57840" x="4964113" y="3967163"/>
          <p14:tracePt t="57848" x="4964113" y="3905250"/>
          <p14:tracePt t="57856" x="4970463" y="3854450"/>
          <p14:tracePt t="57865" x="4981575" y="3819525"/>
          <p14:tracePt t="57873" x="4992688" y="3802063"/>
          <p14:tracePt t="57879" x="5003800" y="3790950"/>
          <p14:tracePt t="57885" x="5016500" y="3784600"/>
          <p14:tracePt t="57894" x="5027613" y="3779838"/>
          <p14:tracePt t="57903" x="5056188" y="3773488"/>
          <p14:tracePt t="57910" x="5073650" y="3773488"/>
          <p14:tracePt t="57915" x="5084763" y="3773488"/>
          <p14:tracePt t="57921" x="5100638" y="3768725"/>
          <p14:tracePt t="57926" x="5113338" y="3768725"/>
          <p14:tracePt t="57933" x="5135563" y="3768725"/>
          <p14:tracePt t="57940" x="5157788" y="3773488"/>
          <p14:tracePt t="57947" x="5186363" y="3779838"/>
          <p14:tracePt t="57954" x="5232400" y="3790950"/>
          <p14:tracePt t="57961" x="5289550" y="3808413"/>
          <p14:tracePt t="57968" x="5357813" y="3830638"/>
          <p14:tracePt t="57975" x="5426075" y="3841750"/>
          <p14:tracePt t="57982" x="5500688" y="3859213"/>
          <p14:tracePt t="57989" x="5586413" y="3870325"/>
          <p14:tracePt t="57996" x="5683250" y="3881438"/>
          <p14:tracePt t="58003" x="5773738" y="3894138"/>
          <p14:tracePt t="58010" x="5848350" y="3898900"/>
          <p14:tracePt t="58016" x="5927725" y="3905250"/>
          <p14:tracePt t="58023" x="5984875" y="3910013"/>
          <p14:tracePt t="58030" x="6024563" y="3910013"/>
          <p14:tracePt t="58037" x="6059488" y="3910013"/>
          <p14:tracePt t="58044" x="6070600" y="3910013"/>
          <p14:tracePt t="58132" x="6064250" y="3910013"/>
          <p14:tracePt t="58137" x="6059488" y="3910013"/>
          <p14:tracePt t="58141" x="6046788" y="3910013"/>
          <p14:tracePt t="58148" x="6024563" y="3916363"/>
          <p14:tracePt t="58155" x="5991225" y="3927475"/>
          <p14:tracePt t="58162" x="5956300" y="3938588"/>
          <p14:tracePt t="58169" x="5905500" y="3938588"/>
          <p14:tracePt t="58176" x="5865813" y="3944938"/>
          <p14:tracePt t="58183" x="5808663" y="3951288"/>
          <p14:tracePt t="58190" x="5762625" y="3956050"/>
          <p14:tracePt t="58197" x="5722938" y="3956050"/>
          <p14:tracePt t="58204" x="5694363" y="3956050"/>
          <p14:tracePt t="58211" x="5672138" y="3956050"/>
          <p14:tracePt t="58217" x="5648325" y="3956050"/>
          <p14:tracePt t="58225" x="5630863" y="3956050"/>
          <p14:tracePt t="58232" x="5626100" y="3956050"/>
          <p14:tracePt t="58238" x="5619750" y="3956050"/>
          <p14:tracePt t="58245" x="5608638" y="3956050"/>
          <p14:tracePt t="58252" x="5602288" y="3956050"/>
          <p14:tracePt t="58259" x="5591175" y="3956050"/>
          <p14:tracePt t="58266" x="5580063" y="3956050"/>
          <p14:tracePt t="58273" x="5562600" y="3956050"/>
          <p14:tracePt t="58280" x="5551488" y="3956050"/>
          <p14:tracePt t="58287" x="5522913" y="3951288"/>
          <p14:tracePt t="58294" x="5500688" y="3951288"/>
          <p14:tracePt t="58301" x="5476875" y="3938588"/>
          <p14:tracePt t="58308" x="5454650" y="3927475"/>
          <p14:tracePt t="58315" x="5426075" y="3916363"/>
          <p14:tracePt t="58322" x="5397500" y="3898900"/>
          <p14:tracePt t="58329" x="5368925" y="3887788"/>
          <p14:tracePt t="58336" x="5329238" y="3865563"/>
          <p14:tracePt t="58350" x="5249863" y="3819525"/>
          <p14:tracePt t="58357" x="5210175" y="3802063"/>
          <p14:tracePt t="58365" x="5157788" y="3784600"/>
          <p14:tracePt t="58370" x="5118100" y="3768725"/>
          <p14:tracePt t="58375" x="5095875" y="3756025"/>
          <p14:tracePt t="58379" x="5078413" y="3744913"/>
          <p14:tracePt t="58391" x="5038725" y="3729038"/>
          <p14:tracePt t="58398" x="5021263" y="3716338"/>
          <p14:tracePt t="58405" x="5016500" y="3716338"/>
          <p14:tracePt t="58467" x="5016500" y="3711575"/>
          <p14:tracePt t="58483" x="5021263" y="3711575"/>
          <p14:tracePt t="58491" x="5032375" y="3711575"/>
          <p14:tracePt t="58497" x="5038725" y="3711575"/>
          <p14:tracePt t="58499" x="5045075" y="3711575"/>
          <p14:tracePt t="58504" x="5056188" y="3711575"/>
          <p14:tracePt t="58510" x="5067300" y="3716338"/>
          <p14:tracePt t="58516" x="5100638" y="3722688"/>
          <p14:tracePt t="58525" x="5164138" y="3733800"/>
          <p14:tracePt t="58532" x="5243513" y="3744913"/>
          <p14:tracePt t="58538" x="5307013" y="3756025"/>
          <p14:tracePt t="58551" x="5494338" y="3790950"/>
          <p14:tracePt t="58558" x="5591175" y="3802063"/>
          <p14:tracePt t="58565" x="5727700" y="3819525"/>
          <p14:tracePt t="58572" x="5853113" y="3830638"/>
          <p14:tracePt t="58579" x="5956300" y="3841750"/>
          <p14:tracePt t="58586" x="6059488" y="3848100"/>
          <p14:tracePt t="58593" x="6138863" y="3848100"/>
          <p14:tracePt t="58600" x="6229350" y="3848100"/>
          <p14:tracePt t="58607" x="6292850" y="3848100"/>
          <p14:tracePt t="58614" x="6343650" y="3841750"/>
          <p14:tracePt t="58621" x="6372225" y="3830638"/>
          <p14:tracePt t="58627" x="6394450" y="3825875"/>
          <p14:tracePt t="58635" x="6411913" y="3813175"/>
          <p14:tracePt t="58642" x="6429375" y="3802063"/>
          <p14:tracePt t="58648" x="6451600" y="3784600"/>
          <p14:tracePt t="58655" x="6486525" y="3768725"/>
          <p14:tracePt t="58662" x="6519863" y="3756025"/>
          <p14:tracePt t="58669" x="6565900" y="3740150"/>
          <p14:tracePt t="58676" x="6611938" y="3729038"/>
          <p14:tracePt t="58683" x="6680200" y="3716338"/>
          <p14:tracePt t="58690" x="6748463" y="3705225"/>
          <p14:tracePt t="58697" x="6811963" y="3694113"/>
          <p14:tracePt t="58698" x="6827838" y="3694113"/>
          <p14:tracePt t="58704" x="6873875" y="3687763"/>
          <p14:tracePt t="58711" x="6931025" y="3683000"/>
          <p14:tracePt t="58718" x="6981825" y="3683000"/>
          <p14:tracePt t="58725" x="7021513" y="3683000"/>
          <p14:tracePt t="58731" x="7056438" y="3683000"/>
          <p14:tracePt t="58738" x="7113588" y="3683000"/>
          <p14:tracePt t="58745" x="7181850" y="3694113"/>
          <p14:tracePt t="58752" x="7272338" y="3705225"/>
          <p14:tracePt t="58759" x="7369175" y="3716338"/>
          <p14:tracePt t="58766" x="7472363" y="3733800"/>
          <p14:tracePt t="58773" x="7564438" y="3751263"/>
          <p14:tracePt t="58780" x="7672388" y="3768725"/>
          <p14:tracePt t="58787" x="7786688" y="3790950"/>
          <p14:tracePt t="58794" x="7870825" y="3813175"/>
          <p14:tracePt t="58801" x="7951788" y="3830638"/>
          <p14:tracePt t="58808" x="8008938" y="3848100"/>
          <p14:tracePt t="58817" x="8059738" y="3876675"/>
          <p14:tracePt t="58823" x="8070850" y="3887788"/>
          <p14:tracePt t="58829" x="8070850" y="3894138"/>
          <p14:tracePt t="58843" x="8077200" y="3905250"/>
          <p14:tracePt t="58851" x="8077200" y="3910013"/>
          <p14:tracePt t="58857" x="8066088" y="3922713"/>
          <p14:tracePt t="58863" x="8053388" y="3933825"/>
          <p14:tracePt t="58870" x="8037513" y="3944938"/>
          <p14:tracePt t="58877" x="8008938" y="3962400"/>
          <p14:tracePt t="58884" x="7985125" y="3973513"/>
          <p14:tracePt t="58891" x="7951788" y="3990975"/>
          <p14:tracePt t="58898" x="7899400" y="4006850"/>
          <p14:tracePt t="58905" x="7854950" y="4030663"/>
          <p14:tracePt t="58912" x="7808913" y="4048125"/>
          <p14:tracePt t="58919" x="7762875" y="4070350"/>
          <p14:tracePt t="58926" x="7705725" y="4092575"/>
          <p14:tracePt t="58933" x="7648575" y="4110038"/>
          <p14:tracePt t="58940" x="7580313" y="4138613"/>
          <p14:tracePt t="58947" x="7483475" y="4160838"/>
          <p14:tracePt t="58954" x="7392988" y="4189413"/>
          <p14:tracePt t="58961" x="7296150" y="4213225"/>
          <p14:tracePt t="58968" x="7153275" y="4241800"/>
          <p14:tracePt t="58975" x="6999288" y="4270375"/>
          <p14:tracePt t="58982" x="6845300" y="4292600"/>
          <p14:tracePt t="58989" x="6618288" y="4321175"/>
          <p14:tracePt t="58995" x="6350000" y="4338638"/>
          <p14:tracePt t="59002" x="6092825" y="4343400"/>
          <p14:tracePt t="59009" x="5808663" y="4343400"/>
          <p14:tracePt t="59016" x="5568950" y="4332288"/>
          <p14:tracePt t="59023" x="5272088" y="4298950"/>
          <p14:tracePt t="59030" x="4999038" y="4246563"/>
          <p14:tracePt t="59037" x="4748213" y="4189413"/>
          <p14:tracePt t="59044" x="4537075" y="4132263"/>
          <p14:tracePt t="59051" x="4308475" y="4070350"/>
          <p14:tracePt t="59058" x="4138613" y="4019550"/>
          <p14:tracePt t="59065" x="3956050" y="3962400"/>
          <p14:tracePt t="59072" x="3813175" y="3922713"/>
          <p14:tracePt t="59079" x="3694113" y="3898900"/>
          <p14:tracePt t="59086" x="3573463" y="3881438"/>
          <p14:tracePt t="59093" x="3487738" y="3881438"/>
          <p14:tracePt t="59100" x="3403600" y="3870325"/>
          <p14:tracePt t="59107" x="3322638" y="3870325"/>
          <p14:tracePt t="59114" x="3249613" y="3870325"/>
          <p14:tracePt t="59121" x="3203575" y="3865563"/>
          <p14:tracePt t="59127" x="3175000" y="3859213"/>
          <p14:tracePt t="59134" x="3157538" y="3854450"/>
          <p14:tracePt t="59143" x="3157538" y="3848100"/>
          <p14:tracePt t="59148" x="3157538" y="3841750"/>
          <p14:tracePt t="59155" x="3157538" y="3830638"/>
          <p14:tracePt t="59162" x="3163888" y="3797300"/>
          <p14:tracePt t="59169" x="3175000" y="3756025"/>
          <p14:tracePt t="59176" x="3197225" y="3716338"/>
          <p14:tracePt t="59183" x="3221038" y="3665538"/>
          <p14:tracePt t="59190" x="3254375" y="3614738"/>
          <p14:tracePt t="59197" x="3282950" y="3579813"/>
          <p14:tracePt t="59204" x="3311525" y="3557588"/>
          <p14:tracePt t="59211" x="3340100" y="3540125"/>
          <p14:tracePt t="59218" x="3368675" y="3529013"/>
          <p14:tracePt t="59225" x="3390900" y="3522663"/>
          <p14:tracePt t="59232" x="3414713" y="3522663"/>
          <p14:tracePt t="59239" x="3459163" y="3522663"/>
          <p14:tracePt t="59245" x="3516313" y="3522663"/>
          <p14:tracePt t="59252" x="3619500" y="3533775"/>
          <p14:tracePt t="59259" x="3738563" y="3551238"/>
          <p14:tracePt t="59266" x="3898900" y="3568700"/>
          <p14:tracePt t="59273" x="4114800" y="3586163"/>
          <p14:tracePt t="59281" x="4303713" y="3603625"/>
          <p14:tracePt t="59282" x="4365625" y="3608388"/>
          <p14:tracePt t="59287" x="4576763" y="3625850"/>
          <p14:tracePt t="59294" x="4787900" y="3630613"/>
          <p14:tracePt t="59301" x="5027613" y="3643313"/>
          <p14:tracePt t="59308" x="5238750" y="3648075"/>
          <p14:tracePt t="59315" x="5426075" y="3665538"/>
          <p14:tracePt t="59322" x="5630863" y="3687763"/>
          <p14:tracePt t="59329" x="5768975" y="3705225"/>
          <p14:tracePt t="59336" x="5916613" y="3729038"/>
          <p14:tracePt t="59343" x="6059488" y="3762375"/>
          <p14:tracePt t="59350" x="6172200" y="3797300"/>
          <p14:tracePt t="59357" x="6253163" y="3825875"/>
          <p14:tracePt t="59363" x="6367463" y="3865563"/>
          <p14:tracePt t="59371" x="6451600" y="3905250"/>
          <p14:tracePt t="59377" x="6508750" y="3927475"/>
          <p14:tracePt t="59384" x="6561138" y="3956050"/>
          <p14:tracePt t="59391" x="6600825" y="3979863"/>
          <p14:tracePt t="59398" x="6623050" y="3995738"/>
          <p14:tracePt t="59405" x="6634163" y="4006850"/>
          <p14:tracePt t="59412" x="6634163" y="4013200"/>
          <p14:tracePt t="59713" x="6640513" y="4013200"/>
          <p14:tracePt t="59719" x="6651625" y="4013200"/>
          <p14:tracePt t="59722" x="6657975" y="4013200"/>
          <p14:tracePt t="59726" x="6673850" y="4006850"/>
          <p14:tracePt t="59732" x="6686550" y="4006850"/>
          <p14:tracePt t="59733" x="6708775" y="4002088"/>
          <p14:tracePt t="59734" x="6715125" y="3995738"/>
          <p14:tracePt t="59735" x="6726238" y="3995738"/>
          <p14:tracePt t="59746" x="6794500" y="3979863"/>
          <p14:tracePt t="59747" x="6823075" y="3967163"/>
          <p14:tracePt t="59760" x="6959600" y="3938588"/>
          <p14:tracePt t="59773" x="7118350" y="3894138"/>
          <p14:tracePt t="59780" x="7227888" y="3859213"/>
          <p14:tracePt t="59787" x="7318375" y="3825875"/>
          <p14:tracePt t="59794" x="7410450" y="3790950"/>
          <p14:tracePt t="59801" x="7483475" y="3762375"/>
          <p14:tracePt t="59817" x="7643813" y="3700463"/>
          <p14:tracePt t="59822" x="7694613" y="3676650"/>
          <p14:tracePt t="59829" x="7734300" y="3665538"/>
          <p14:tracePt t="59836" x="7773988" y="3648075"/>
          <p14:tracePt t="59843" x="7802563" y="3630613"/>
          <p14:tracePt t="59850" x="7842250" y="3608388"/>
          <p14:tracePt t="59856" x="7866063" y="3590925"/>
          <p14:tracePt t="59863" x="7888288" y="3575050"/>
          <p14:tracePt t="59871" x="7912100" y="3557588"/>
          <p14:tracePt t="59877" x="7945438" y="3546475"/>
          <p14:tracePt t="59884" x="7974013" y="3529013"/>
          <p14:tracePt t="59891" x="8002588" y="3522663"/>
          <p14:tracePt t="59898" x="8031163" y="3517900"/>
          <p14:tracePt t="59905" x="8059738" y="3511550"/>
          <p14:tracePt t="59912" x="8081963" y="3505200"/>
          <p14:tracePt t="59919" x="8105775" y="3505200"/>
          <p14:tracePt t="59926" x="8116888" y="3500438"/>
          <p14:tracePt t="59933" x="8121650" y="3500438"/>
          <p14:tracePt t="59940" x="8128000" y="3500438"/>
          <p14:tracePt t="60419" x="8128000" y="3505200"/>
          <p14:tracePt t="60420" x="8128000" y="3511550"/>
          <p14:tracePt t="60426" x="8128000" y="3533775"/>
          <p14:tracePt t="60433" x="8134350" y="3562350"/>
          <p14:tracePt t="60440" x="8139113" y="3625850"/>
          <p14:tracePt t="60447" x="8145463" y="3671888"/>
          <p14:tracePt t="60454" x="8167688" y="3716338"/>
          <p14:tracePt t="60461" x="8167688" y="3722688"/>
          <p14:tracePt t="60880" x="8167688" y="3716338"/>
          <p14:tracePt t="60882" x="8167688" y="3711575"/>
          <p14:tracePt t="60883" x="8167688" y="3705225"/>
          <p14:tracePt t="60886" x="8167688" y="3687763"/>
          <p14:tracePt t="60892" x="8167688" y="3676650"/>
          <p14:tracePt t="60899" x="8167688" y="3659188"/>
          <p14:tracePt t="60905" x="8167688" y="3648075"/>
          <p14:tracePt t="61094" x="8167688" y="3643313"/>
          <p14:tracePt t="61101" x="8174038" y="3643313"/>
          <p14:tracePt t="61103" x="8174038" y="3636963"/>
          <p14:tracePt t="61108" x="8178800" y="3630613"/>
          <p14:tracePt t="61113" x="8185150" y="3614738"/>
          <p14:tracePt t="61120" x="8207375" y="3586163"/>
          <p14:tracePt t="61127" x="8235950" y="3540125"/>
          <p14:tracePt t="61134" x="8270875" y="3494088"/>
          <p14:tracePt t="61141" x="8315325" y="3425825"/>
          <p14:tracePt t="61148" x="8367713" y="3357563"/>
          <p14:tracePt t="61155" x="8424863" y="3282950"/>
          <p14:tracePt t="61162" x="8486775" y="3192463"/>
          <p14:tracePt t="61169" x="8566150" y="3089275"/>
          <p14:tracePt t="61176" x="8623300" y="3003550"/>
          <p14:tracePt t="61183" x="8697913" y="2906713"/>
          <p14:tracePt t="61190" x="8748713" y="2816225"/>
          <p14:tracePt t="61197" x="8794750" y="2730500"/>
          <p14:tracePt t="61204" x="8834438" y="2655888"/>
          <p14:tracePt t="61211" x="8869363" y="2593975"/>
          <p14:tracePt t="61218" x="8891588" y="2530475"/>
          <p14:tracePt t="61225" x="8909050" y="2497138"/>
          <p14:tracePt t="61232" x="8920163" y="2451100"/>
          <p14:tracePt t="61239" x="8931275" y="2405063"/>
          <p14:tracePt t="61245" x="8942388" y="2360613"/>
          <p14:tracePt t="61252" x="8948738" y="2297113"/>
          <p14:tracePt t="61259" x="8959850" y="2235200"/>
          <p14:tracePt t="61266" x="8966200" y="2166938"/>
          <p14:tracePt t="61273" x="8970963" y="2097088"/>
          <p14:tracePt t="61280" x="8977313" y="2017713"/>
          <p14:tracePt t="61287" x="8977313" y="1944688"/>
          <p14:tracePt t="61294" x="8977313" y="1870075"/>
          <p14:tracePt t="61301" x="8977313" y="1801813"/>
          <p14:tracePt t="61308" x="8977313" y="1749425"/>
          <p14:tracePt t="61315" x="8977313" y="1698625"/>
          <p14:tracePt t="61329" x="8983663" y="1624013"/>
          <p14:tracePt t="61336" x="8988425" y="1595438"/>
          <p14:tracePt t="61343" x="8999538" y="1573213"/>
          <p14:tracePt t="61350" x="8999538" y="1555750"/>
          <p14:tracePt t="61357" x="8999538" y="1539875"/>
          <p14:tracePt t="61364" x="9005888" y="1527175"/>
          <p14:tracePt t="61371" x="9005888" y="1522413"/>
          <p14:tracePt t="61379" x="9005888" y="1516063"/>
          <p14:tracePt t="61388" x="9005888" y="1504950"/>
          <p14:tracePt t="61397" x="9005888" y="1493838"/>
          <p14:tracePt t="61406" x="8994775" y="1476375"/>
          <p14:tracePt t="61407" x="8988425" y="1465263"/>
          <p14:tracePt t="61408" x="8983663" y="1458913"/>
          <p14:tracePt t="61412" x="8983663" y="1454150"/>
          <p14:tracePt t="61420" x="8959850" y="1419225"/>
          <p14:tracePt t="61427" x="8937625" y="1385888"/>
          <p14:tracePt t="61434" x="8926513" y="1357313"/>
          <p14:tracePt t="61444" x="8891588" y="1311275"/>
          <p14:tracePt t="61452" x="8869363" y="1276350"/>
          <p14:tracePt t="61457" x="8845550" y="1260475"/>
          <p14:tracePt t="61462" x="8834438" y="1243013"/>
          <p14:tracePt t="61468" x="8829675" y="1231900"/>
          <p14:tracePt t="61475" x="8816975" y="1219200"/>
          <p14:tracePt t="61481" x="8812213" y="1214438"/>
          <p14:tracePt t="61489" x="8805863" y="1208088"/>
          <p14:tracePt t="61503" x="8794750" y="1192213"/>
          <p14:tracePt t="61510" x="8788400" y="1179513"/>
          <p14:tracePt t="61516" x="8783638" y="1163638"/>
          <p14:tracePt t="61523" x="8766175" y="1146175"/>
          <p14:tracePt t="61530" x="8755063" y="1122363"/>
          <p14:tracePt t="61538" x="8743950" y="1100138"/>
          <p14:tracePt t="61544" x="8726488" y="1077913"/>
          <p14:tracePt t="61551" x="8720138" y="1066800"/>
          <p14:tracePt t="61558" x="8715375" y="1054100"/>
          <p14:tracePt t="61572" x="8709025" y="1049338"/>
          <p14:tracePt t="61647" x="8709025" y="1042988"/>
          <p14:tracePt t="61649" x="8709025" y="1038225"/>
          <p14:tracePt t="61655" x="8709025" y="1031875"/>
          <p14:tracePt t="61662" x="8709025" y="1014413"/>
          <p14:tracePt t="61669" x="8715375" y="1003300"/>
          <p14:tracePt t="61676" x="8720138" y="985838"/>
          <p14:tracePt t="61683" x="8726488" y="981075"/>
          <p14:tracePt t="61690" x="8737600" y="963613"/>
          <p14:tracePt t="61697" x="8743950" y="952500"/>
          <p14:tracePt t="61704" x="8748713" y="941388"/>
          <p14:tracePt t="61711" x="8755063" y="928688"/>
          <p14:tracePt t="61718" x="8761413" y="917575"/>
          <p14:tracePt t="61725" x="8766175" y="912813"/>
          <p14:tracePt t="61732" x="8772525" y="906463"/>
          <p14:tracePt t="61739" x="8777288" y="900113"/>
          <p14:tracePt t="61745" x="8783638" y="895350"/>
          <p14:tracePt t="61753" x="8783638" y="889000"/>
          <p14:tracePt t="61754" x="8788400" y="889000"/>
          <p14:tracePt t="61769" x="8794750" y="884238"/>
          <p14:tracePt t="61772" x="8801100" y="884238"/>
          <p14:tracePt t="61779" x="8805863" y="884238"/>
          <p14:tracePt t="61782" x="8805863" y="877888"/>
          <p14:tracePt t="61787" x="8812213" y="871538"/>
          <p14:tracePt t="61794" x="8823325" y="871538"/>
          <p14:tracePt t="61801" x="8834438" y="871538"/>
          <p14:tracePt t="61808" x="8845550" y="866775"/>
          <p14:tracePt t="61815" x="8863013" y="860425"/>
          <p14:tracePt t="61830" x="8902700" y="855663"/>
          <p14:tracePt t="61836" x="8926513" y="855663"/>
          <p14:tracePt t="61843" x="8937625" y="849313"/>
          <p14:tracePt t="61857" x="8966200" y="849313"/>
          <p14:tracePt t="61864" x="8970963" y="849313"/>
          <p14:tracePt t="61878" x="8977313" y="849313"/>
          <p14:tracePt t="62146" x="8983663" y="849313"/>
          <p14:tracePt t="62150" x="8988425" y="842963"/>
          <p14:tracePt t="62155" x="8999538" y="842963"/>
          <p14:tracePt t="62162" x="9023350" y="842963"/>
          <p14:tracePt t="62176" x="9085263" y="842963"/>
          <p14:tracePt t="62183" x="9120188" y="842963"/>
          <p14:tracePt t="62197" x="9188450" y="842963"/>
          <p14:tracePt t="62211" x="9250363" y="842963"/>
          <p14:tracePt t="62218" x="9278938" y="842963"/>
          <p14:tracePt t="62225" x="9302750" y="842963"/>
          <p14:tracePt t="62232" x="9331325" y="849313"/>
          <p14:tracePt t="62233" x="9336088" y="855663"/>
          <p14:tracePt t="62239" x="9347200" y="855663"/>
          <p14:tracePt t="62253" x="9404350" y="860425"/>
          <p14:tracePt t="62260" x="9439275" y="860425"/>
          <p14:tracePt t="62266" x="9501188" y="860425"/>
          <p14:tracePt t="62280" x="9610725" y="860425"/>
          <p14:tracePt t="62287" x="9678988" y="855663"/>
          <p14:tracePt t="62294" x="9747250" y="855663"/>
          <p14:tracePt t="62308" x="9901238" y="842963"/>
          <p14:tracePt t="62315" x="9985375" y="842963"/>
          <p14:tracePt t="62322" x="10071100" y="842963"/>
          <p14:tracePt t="62329" x="10152063" y="842963"/>
          <p14:tracePt t="62336" x="10231438" y="842963"/>
          <p14:tracePt t="62343" x="10306050" y="842963"/>
          <p14:tracePt t="62350" x="10379075" y="849313"/>
          <p14:tracePt t="62357" x="10436225" y="849313"/>
          <p14:tracePt t="62364" x="10510838" y="855663"/>
          <p14:tracePt t="62365" x="10550525" y="855663"/>
          <p14:tracePt t="62366" x="10561638" y="855663"/>
          <p14:tracePt t="62370" x="10590213" y="860425"/>
          <p14:tracePt t="62384" x="10726738" y="866775"/>
          <p14:tracePt t="62391" x="10801350" y="866775"/>
          <p14:tracePt t="62398" x="10875963" y="866775"/>
          <p14:tracePt t="62412" x="11001375" y="866775"/>
          <p14:tracePt t="62413" x="11017250" y="866775"/>
          <p14:tracePt t="62414" x="11023600" y="866775"/>
          <p14:tracePt t="62419" x="11056938" y="866775"/>
          <p14:tracePt t="62426" x="11109325" y="866775"/>
          <p14:tracePt t="62440" x="11195050" y="866775"/>
          <p14:tracePt t="62447" x="11234738" y="866775"/>
          <p14:tracePt t="62461" x="11303000" y="866775"/>
          <p14:tracePt t="62462" x="11314113" y="866775"/>
          <p14:tracePt t="62463" x="11320463" y="866775"/>
          <p14:tracePt t="62468" x="11349038" y="866775"/>
          <p14:tracePt t="62475" x="11393488" y="866775"/>
          <p14:tracePt t="62482" x="11445875" y="866775"/>
          <p14:tracePt t="62489" x="11503025" y="866775"/>
          <p14:tracePt t="62503" x="11604625" y="866775"/>
          <p14:tracePt t="62517" x="11684000" y="871538"/>
          <p14:tracePt t="62530" x="11747500" y="884238"/>
          <p14:tracePt t="62537" x="11764963" y="889000"/>
          <p14:tracePt t="62544" x="11776075" y="895350"/>
          <p14:tracePt t="62551" x="11780838" y="900113"/>
          <p14:tracePt t="62558" x="11780838" y="906463"/>
          <p14:tracePt t="62566" x="11793538" y="906463"/>
          <p14:tracePt t="62574" x="11798300" y="923925"/>
          <p14:tracePt t="62580" x="11809413" y="928688"/>
          <p14:tracePt t="62586" x="11822113" y="935038"/>
          <p14:tracePt t="62596" x="11837988" y="946150"/>
          <p14:tracePt t="62607" x="11861800" y="963613"/>
          <p14:tracePt t="62617" x="11879263" y="974725"/>
          <p14:tracePt t="62626" x="11890375" y="985838"/>
          <p14:tracePt t="62634" x="11906250" y="992188"/>
          <p14:tracePt t="62640" x="11912600" y="996950"/>
          <p14:tracePt t="62645" x="11912600" y="1003300"/>
          <p14:tracePt t="62653" x="11918950" y="1003300"/>
          <p14:tracePt t="62673" x="11918950" y="1009650"/>
          <p14:tracePt t="62678" x="11923713" y="1009650"/>
          <p14:tracePt t="62683" x="11923713" y="1014413"/>
          <p14:tracePt t="62690" x="11930063" y="1014413"/>
          <p14:tracePt t="62697" x="11934825" y="1020763"/>
          <p14:tracePt t="62704" x="11947525" y="1025525"/>
          <p14:tracePt t="62711" x="11958638" y="1042988"/>
          <p14:tracePt t="62718" x="11969750" y="1049338"/>
          <p14:tracePt t="62725" x="11980863" y="1060450"/>
          <p14:tracePt t="62732" x="11987213" y="1066800"/>
          <p14:tracePt t="62739" x="11998325" y="1071563"/>
          <p14:tracePt t="62746" x="12004675" y="1082675"/>
          <p14:tracePt t="62760" x="12015788" y="1100138"/>
          <p14:tracePt t="62769" x="12015788" y="1106488"/>
          <p14:tracePt t="62775" x="12020550" y="1106488"/>
          <p14:tracePt t="62780" x="12020550" y="1111250"/>
          <p14:tracePt t="62873" x="12020550" y="1117600"/>
          <p14:tracePt t="62876" x="12020550" y="1122363"/>
          <p14:tracePt t="62880" x="12020550" y="1128713"/>
          <p14:tracePt t="62885" x="12020550" y="1135063"/>
          <p14:tracePt t="62891" x="12015788" y="1146175"/>
          <p14:tracePt t="62898" x="12004675" y="1157288"/>
          <p14:tracePt t="62905" x="11998325" y="1163638"/>
          <p14:tracePt t="62912" x="11987213" y="1174750"/>
          <p14:tracePt t="62919" x="11980863" y="1185863"/>
          <p14:tracePt t="62926" x="11976100" y="1185863"/>
          <p14:tracePt t="62933" x="11969750" y="1192213"/>
          <p14:tracePt t="62940" x="11963400" y="1196975"/>
          <p14:tracePt t="62947" x="11952288" y="1203325"/>
          <p14:tracePt t="62954" x="11947525" y="1208088"/>
          <p14:tracePt t="62961" x="11934825" y="1214438"/>
          <p14:tracePt t="62968" x="11918950" y="1219200"/>
          <p14:tracePt t="62975" x="11912600" y="1225550"/>
          <p14:tracePt t="62982" x="11895138" y="1231900"/>
          <p14:tracePt t="62989" x="11884025" y="1236663"/>
          <p14:tracePt t="62996" x="11872913" y="1243013"/>
          <p14:tracePt t="63002" x="11866563" y="1247775"/>
          <p14:tracePt t="63009" x="11855450" y="1247775"/>
          <p14:tracePt t="63016" x="11850688" y="1254125"/>
          <p14:tracePt t="63023" x="11844338" y="1260475"/>
          <p14:tracePt t="63030" x="11837988" y="1260475"/>
          <p14:tracePt t="63037" x="11833225" y="1260475"/>
          <p14:tracePt t="63060" x="11833225" y="1265238"/>
          <p14:tracePt t="63089" x="11826875" y="1265238"/>
          <p14:tracePt t="63094" x="11822113" y="1271588"/>
          <p14:tracePt t="63099" x="11815763" y="1271588"/>
          <p14:tracePt t="63101" x="11809413" y="1271588"/>
          <p14:tracePt t="63107" x="11804650" y="1276350"/>
          <p14:tracePt t="63114" x="11780838" y="1282700"/>
          <p14:tracePt t="63121" x="11758613" y="1293813"/>
          <p14:tracePt t="63127" x="11730038" y="1300163"/>
          <p14:tracePt t="63134" x="11701463" y="1304925"/>
          <p14:tracePt t="63141" x="11668125" y="1317625"/>
          <p14:tracePt t="63149" x="11633200" y="1322388"/>
          <p14:tracePt t="63163" x="11576050" y="1339850"/>
          <p14:tracePt t="63169" x="11553825" y="1344613"/>
          <p14:tracePt t="63176" x="11531600" y="1357313"/>
          <p14:tracePt t="63183" x="11507788" y="1357313"/>
          <p14:tracePt t="63190" x="11485563" y="1357313"/>
          <p14:tracePt t="63197" x="11461750" y="1362075"/>
          <p14:tracePt t="63204" x="11433175" y="1368425"/>
          <p14:tracePt t="63211" x="11417300" y="1368425"/>
          <p14:tracePt t="63218" x="11388725" y="1379538"/>
          <p14:tracePt t="63225" x="11364913" y="1385888"/>
          <p14:tracePt t="63232" x="11342688" y="1385888"/>
          <p14:tracePt t="63239" x="11314113" y="1390650"/>
          <p14:tracePt t="63245" x="11280775" y="1401763"/>
          <p14:tracePt t="63253" x="11239500" y="1401763"/>
          <p14:tracePt t="63262" x="11188700" y="1408113"/>
          <p14:tracePt t="63271" x="11131550" y="1414463"/>
          <p14:tracePt t="63279" x="11091863" y="1419225"/>
          <p14:tracePt t="63285" x="11045825" y="1425575"/>
          <p14:tracePt t="63291" x="11001375" y="1430338"/>
          <p14:tracePt t="63297" x="10960100" y="1436688"/>
          <p14:tracePt t="63303" x="10926763" y="1436688"/>
          <p14:tracePt t="63309" x="10891838" y="1436688"/>
          <p14:tracePt t="63316" x="10852150" y="1436688"/>
          <p14:tracePt t="63326" x="10795000" y="1443038"/>
          <p14:tracePt t="63333" x="10733088" y="1447800"/>
          <p14:tracePt t="63339" x="10698163" y="1447800"/>
          <p14:tracePt t="63344" x="10664825" y="1447800"/>
          <p14:tracePt t="63350" x="10629900" y="1454150"/>
          <p14:tracePt t="63357" x="10596563" y="1454150"/>
          <p14:tracePt t="63364" x="10561638" y="1454150"/>
          <p14:tracePt t="63378" x="10515600" y="1458913"/>
          <p14:tracePt t="63385" x="10487025" y="1465263"/>
          <p14:tracePt t="63391" x="10464800" y="1465263"/>
          <p14:tracePt t="63399" x="10436225" y="1465263"/>
          <p14:tracePt t="63405" x="10414000" y="1465263"/>
          <p14:tracePt t="63412" x="10390188" y="1465263"/>
          <p14:tracePt t="63419" x="10356850" y="1465263"/>
          <p14:tracePt t="63427" x="10328275" y="1465263"/>
          <p14:tracePt t="63434" x="10306050" y="1470025"/>
          <p14:tracePt t="63440" x="10277475" y="1470025"/>
          <p14:tracePt t="63447" x="10260013" y="1470025"/>
          <p14:tracePt t="63461" x="10225088" y="1470025"/>
          <p14:tracePt t="63468" x="10213975" y="1470025"/>
          <p14:tracePt t="63475" x="10196513" y="1470025"/>
          <p14:tracePt t="63482" x="10185400" y="1470025"/>
          <p14:tracePt t="63488" x="10167938" y="1470025"/>
          <p14:tracePt t="63496" x="10156825" y="1470025"/>
          <p14:tracePt t="63503" x="10145713" y="1470025"/>
          <p14:tracePt t="63510" x="10134600" y="1470025"/>
          <p14:tracePt t="63511" x="10128250" y="1470025"/>
          <p14:tracePt t="63511" x="10123488" y="1470025"/>
          <p14:tracePt t="63516" x="10117138" y="1470025"/>
          <p14:tracePt t="63523" x="10099675" y="1470025"/>
          <p14:tracePt t="63530" x="10083800" y="1470025"/>
          <p14:tracePt t="63537" x="10059988" y="1470025"/>
          <p14:tracePt t="63544" x="10037763" y="1476375"/>
          <p14:tracePt t="63551" x="10013950" y="1482725"/>
          <p14:tracePt t="63558" x="9998075" y="1482725"/>
          <p14:tracePt t="63565" x="9980613" y="1482725"/>
          <p14:tracePt t="63572" x="9958388" y="1482725"/>
          <p14:tracePt t="63579" x="9940925" y="1482725"/>
          <p14:tracePt t="63586" x="9917113" y="1482725"/>
          <p14:tracePt t="63593" x="9894888" y="1482725"/>
          <p14:tracePt t="63600" x="9877425" y="1482725"/>
          <p14:tracePt t="63607" x="9855200" y="1482725"/>
          <p14:tracePt t="63614" x="9832975" y="1482725"/>
          <p14:tracePt t="63621" x="9809163" y="1487488"/>
          <p14:tracePt t="63628" x="9786938" y="1487488"/>
          <p14:tracePt t="63635" x="9758363" y="1487488"/>
          <p14:tracePt t="63641" x="9729788" y="1487488"/>
          <p14:tracePt t="63648" x="9707563" y="1487488"/>
          <p14:tracePt t="63655" x="9672638" y="1487488"/>
          <p14:tracePt t="63662" x="9644063" y="1487488"/>
          <p14:tracePt t="63669" x="9615488" y="1487488"/>
          <p14:tracePt t="63676" x="9586913" y="1487488"/>
          <p14:tracePt t="63683" x="9553575" y="1487488"/>
          <p14:tracePt t="63690" x="9529763" y="1487488"/>
          <p14:tracePt t="63704" x="9461500" y="1487488"/>
          <p14:tracePt t="63711" x="9428163" y="1487488"/>
          <p14:tracePt t="63718" x="9382125" y="1482725"/>
          <p14:tracePt t="63725" x="9347200" y="1482725"/>
          <p14:tracePt t="63732" x="9313863" y="1482725"/>
          <p14:tracePt t="63739" x="9278938" y="1482725"/>
          <p14:tracePt t="63746" x="9245600" y="1482725"/>
          <p14:tracePt t="63753" x="9210675" y="1482725"/>
          <p14:tracePt t="63760" x="9177338" y="1482725"/>
          <p14:tracePt t="63767" x="9148763" y="1482725"/>
          <p14:tracePt t="63774" x="9131300" y="1482725"/>
          <p14:tracePt t="63788" x="9085263" y="1487488"/>
          <p14:tracePt t="63794" x="9056688" y="1487488"/>
          <p14:tracePt t="63803" x="9023350" y="1493838"/>
          <p14:tracePt t="63810" x="8994775" y="1493838"/>
          <p14:tracePt t="63818" x="8970963" y="1493838"/>
          <p14:tracePt t="63824" x="8948738" y="1493838"/>
          <p14:tracePt t="63831" x="8926513" y="1493838"/>
          <p14:tracePt t="63838" x="8909050" y="1493838"/>
          <p14:tracePt t="63843" x="8897938" y="1493838"/>
          <p14:tracePt t="63850" x="8886825" y="1493838"/>
          <p14:tracePt t="63857" x="8880475" y="1493838"/>
          <p14:tracePt t="63933" x="8874125" y="1493838"/>
          <p14:tracePt t="63935" x="8874125" y="1487488"/>
          <p14:tracePt t="63940" x="8874125" y="1482725"/>
          <p14:tracePt t="63947" x="8869363" y="1470025"/>
          <p14:tracePt t="63954" x="8840788" y="1443038"/>
          <p14:tracePt t="63968" x="8794750" y="1401763"/>
          <p14:tracePt t="63975" x="8783638" y="1390650"/>
          <p14:tracePt t="63982" x="8772525" y="1379538"/>
          <p14:tracePt t="63989" x="8761413" y="1373188"/>
          <p14:tracePt t="63996" x="8755063" y="1368425"/>
          <p14:tracePt t="64010" x="8737600" y="1350963"/>
          <p14:tracePt t="64016" x="8732838" y="1339850"/>
          <p14:tracePt t="64023" x="8720138" y="1328738"/>
          <p14:tracePt t="64030" x="8715375" y="1322388"/>
          <p14:tracePt t="64037" x="8715375" y="1311275"/>
          <p14:tracePt t="64045" x="8709025" y="1304925"/>
          <p14:tracePt t="64051" x="8697913" y="1282700"/>
          <p14:tracePt t="64065" x="8686800" y="1236663"/>
          <p14:tracePt t="64072" x="8675688" y="1208088"/>
          <p14:tracePt t="64079" x="8669338" y="1179513"/>
          <p14:tracePt t="64086" x="8658225" y="1150938"/>
          <p14:tracePt t="64093" x="8651875" y="1128713"/>
          <p14:tracePt t="64100" x="8647113" y="1100138"/>
          <p14:tracePt t="64107" x="8636000" y="1082675"/>
          <p14:tracePt t="64114" x="8636000" y="1066800"/>
          <p14:tracePt t="64120" x="8636000" y="1049338"/>
          <p14:tracePt t="64127" x="8636000" y="1031875"/>
          <p14:tracePt t="64134" x="8636000" y="1020763"/>
          <p14:tracePt t="64141" x="8636000" y="1003300"/>
          <p14:tracePt t="64148" x="8636000" y="996950"/>
          <p14:tracePt t="64155" x="8636000" y="985838"/>
          <p14:tracePt t="64162" x="8640763" y="974725"/>
          <p14:tracePt t="64169" x="8640763" y="963613"/>
          <p14:tracePt t="64176" x="8640763" y="957263"/>
          <p14:tracePt t="64183" x="8647113" y="957263"/>
          <p14:tracePt t="64196" x="8651875" y="957263"/>
          <p14:tracePt t="64203" x="8651875" y="952500"/>
          <p14:tracePt t="64208" x="8658225" y="952500"/>
          <p14:tracePt t="64211" x="8664575" y="952500"/>
          <p14:tracePt t="64218" x="8675688" y="946150"/>
          <p14:tracePt t="64225" x="8691563" y="941388"/>
          <p14:tracePt t="64232" x="8720138" y="935038"/>
          <p14:tracePt t="64238" x="8748713" y="928688"/>
          <p14:tracePt t="64245" x="8783638" y="923925"/>
          <p14:tracePt t="64252" x="8823325" y="912813"/>
          <p14:tracePt t="64259" x="8858250" y="906463"/>
          <p14:tracePt t="64266" x="8909050" y="900113"/>
          <p14:tracePt t="64273" x="8959850" y="895350"/>
          <p14:tracePt t="64281" x="9005888" y="884238"/>
          <p14:tracePt t="64282" x="9017000" y="884238"/>
          <p14:tracePt t="64287" x="9051925" y="877888"/>
          <p14:tracePt t="64294" x="9085263" y="877888"/>
          <p14:tracePt t="64301" x="9131300" y="871538"/>
          <p14:tracePt t="64308" x="9159875" y="866775"/>
          <p14:tracePt t="64315" x="9199563" y="860425"/>
          <p14:tracePt t="64322" x="9234488" y="860425"/>
          <p14:tracePt t="64329" x="9290050" y="855663"/>
          <p14:tracePt t="64336" x="9375775" y="849313"/>
          <p14:tracePt t="64343" x="9472613" y="849313"/>
          <p14:tracePt t="64357" x="9723438" y="842963"/>
          <p14:tracePt t="64364" x="9837738" y="842963"/>
          <p14:tracePt t="64371" x="10055225" y="849313"/>
          <p14:tracePt t="64377" x="10213975" y="860425"/>
          <p14:tracePt t="64384" x="10402888" y="871538"/>
          <p14:tracePt t="64391" x="10572750" y="889000"/>
          <p14:tracePt t="64398" x="10737850" y="917575"/>
          <p14:tracePt t="64405" x="10863263" y="941388"/>
          <p14:tracePt t="64419" x="11056938" y="985838"/>
          <p14:tracePt t="64426" x="11137900" y="1003300"/>
          <p14:tracePt t="64433" x="11188700" y="1014413"/>
          <p14:tracePt t="64440" x="11228388" y="1025525"/>
          <p14:tracePt t="64447" x="11256963" y="1031875"/>
          <p14:tracePt t="64454" x="11274425" y="1031875"/>
          <p14:tracePt t="64468" x="11303000" y="1031875"/>
          <p14:tracePt t="64475" x="11320463" y="1031875"/>
          <p14:tracePt t="64482" x="11325225" y="1031875"/>
          <p14:tracePt t="64489" x="11342688" y="1031875"/>
          <p14:tracePt t="64496" x="11360150" y="1031875"/>
          <p14:tracePt t="64503" x="11377613" y="1038225"/>
          <p14:tracePt t="64510" x="11393488" y="1038225"/>
          <p14:tracePt t="64524" x="11433175" y="1042988"/>
          <p14:tracePt t="64530" x="11456988" y="1049338"/>
          <p14:tracePt t="64537" x="11479213" y="1049338"/>
          <p14:tracePt t="64544" x="11507788" y="1054100"/>
          <p14:tracePt t="64551" x="11536363" y="1060450"/>
          <p14:tracePt t="64559" x="11558588" y="1066800"/>
          <p14:tracePt t="64572" x="11604625" y="1071563"/>
          <p14:tracePt t="64579" x="11622088" y="1082675"/>
          <p14:tracePt t="64586" x="11650663" y="1089025"/>
          <p14:tracePt t="64593" x="11661775" y="1089025"/>
          <p14:tracePt t="64600" x="11684000" y="1093788"/>
          <p14:tracePt t="64607" x="11701463" y="1093788"/>
          <p14:tracePt t="64614" x="11725275" y="1106488"/>
          <p14:tracePt t="64628" x="11753850" y="1111250"/>
          <p14:tracePt t="64634" x="11769725" y="1117600"/>
          <p14:tracePt t="64641" x="11787188" y="1128713"/>
          <p14:tracePt t="64648" x="11804650" y="1135063"/>
          <p14:tracePt t="64662" x="11844338" y="1157288"/>
          <p14:tracePt t="64669" x="11861800" y="1163638"/>
          <p14:tracePt t="64676" x="11872913" y="1179513"/>
          <p14:tracePt t="64690" x="11906250" y="1203325"/>
          <p14:tracePt t="64697" x="11918950" y="1219200"/>
          <p14:tracePt t="64711" x="11947525" y="1243013"/>
          <p14:tracePt t="64718" x="11958638" y="1254125"/>
          <p14:tracePt t="64732" x="11980863" y="1271588"/>
          <p14:tracePt t="64739" x="11980863" y="1276350"/>
          <p14:tracePt t="64753" x="11991975" y="1293813"/>
          <p14:tracePt t="64818" x="11991975" y="1300163"/>
          <p14:tracePt t="64822" x="11991975" y="1304925"/>
          <p14:tracePt t="64826" x="11991975" y="1311275"/>
          <p14:tracePt t="64832" x="11991975" y="1317625"/>
          <p14:tracePt t="64850" x="11947525" y="1368425"/>
          <p14:tracePt t="64858" x="11912600" y="1390650"/>
          <p14:tracePt t="64878" x="11815763" y="1454150"/>
          <p14:tracePt t="64884" x="11787188" y="1465263"/>
          <p14:tracePt t="64898" x="11707813" y="1482725"/>
          <p14:tracePt t="64905" x="11668125" y="1493838"/>
          <p14:tracePt t="64919" x="11593513" y="1498600"/>
          <p14:tracePt t="64926" x="11553825" y="1504950"/>
          <p14:tracePt t="64940" x="11474450" y="1511300"/>
          <p14:tracePt t="64954" x="11371263" y="1511300"/>
          <p14:tracePt t="64968" x="11256963" y="1511300"/>
          <p14:tracePt t="64982" x="11126788" y="1511300"/>
          <p14:tracePt t="64996" x="10955338" y="1504950"/>
          <p14:tracePt t="65010" x="10779125" y="1498600"/>
          <p14:tracePt t="65024" x="10556875" y="1482725"/>
          <p14:tracePt t="65038" x="10345738" y="1476375"/>
          <p14:tracePt t="65051" x="10139363" y="1470025"/>
          <p14:tracePt t="65065" x="9929813" y="1476375"/>
          <p14:tracePt t="65073" x="9844088" y="1482725"/>
          <p14:tracePt t="65082" x="9747250" y="1487488"/>
          <p14:tracePt t="65090" x="9666288" y="1487488"/>
          <p14:tracePt t="65097" x="9610725" y="1487488"/>
          <p14:tracePt t="65105" x="9553575" y="1487488"/>
          <p14:tracePt t="65112" x="9507538" y="1487488"/>
          <p14:tracePt t="65118" x="9478963" y="1487488"/>
          <p14:tracePt t="65122" x="9456738" y="1487488"/>
          <p14:tracePt t="65136" x="9421813" y="1482725"/>
          <p14:tracePt t="65145" x="9393238" y="1482725"/>
          <p14:tracePt t="65152" x="9375775" y="1482725"/>
          <p14:tracePt t="65157" x="9364663" y="1482725"/>
          <p14:tracePt t="65170" x="9342438" y="1482725"/>
          <p14:tracePt t="65183" x="9296400" y="1482725"/>
          <p14:tracePt t="65197" x="9250363" y="1482725"/>
          <p14:tracePt t="65211" x="9199563" y="1482725"/>
          <p14:tracePt t="65225" x="9137650" y="1476375"/>
          <p14:tracePt t="65226" x="9124950" y="1476375"/>
          <p14:tracePt t="65239" x="9067800" y="1476375"/>
          <p14:tracePt t="65253" x="8999538" y="1476375"/>
          <p14:tracePt t="65267" x="8942388" y="1476375"/>
          <p14:tracePt t="65280" x="8880475" y="1476375"/>
          <p14:tracePt t="65294" x="8823325" y="1476375"/>
          <p14:tracePt t="65301" x="8794750" y="1476375"/>
          <p14:tracePt t="65315" x="8748713" y="1476375"/>
          <p14:tracePt t="65329" x="8691563" y="1476375"/>
          <p14:tracePt t="65330" x="8680450" y="1476375"/>
          <p14:tracePt t="65343" x="8636000" y="1482725"/>
          <p14:tracePt t="65357" x="8594725" y="1482725"/>
          <p14:tracePt t="65371" x="8566150" y="1487488"/>
          <p14:tracePt t="65378" x="8555038" y="1487488"/>
          <p14:tracePt t="65391" x="8550275" y="1493838"/>
          <p14:tracePt t="67937" x="8561388" y="1493838"/>
          <p14:tracePt t="67938" x="8566150" y="1493838"/>
          <p14:tracePt t="67940" x="8578850" y="1493838"/>
          <p14:tracePt t="67947" x="8629650" y="1482725"/>
          <p14:tracePt t="67961" x="8829675" y="1470025"/>
          <p14:tracePt t="67975" x="9023350" y="1465263"/>
          <p14:tracePt t="67989" x="9228138" y="1465263"/>
          <p14:tracePt t="68003" x="9410700" y="1465263"/>
          <p14:tracePt t="68010" x="9496425" y="1476375"/>
          <p14:tracePt t="68016" x="9582150" y="1487488"/>
          <p14:tracePt t="68023" x="9678988" y="1504950"/>
          <p14:tracePt t="68030" x="9775825" y="1522413"/>
          <p14:tracePt t="68037" x="9883775" y="1539875"/>
          <p14:tracePt t="68044" x="10042525" y="1562100"/>
          <p14:tracePt t="68051" x="10236200" y="1584325"/>
          <p14:tracePt t="68058" x="10499725" y="1619250"/>
          <p14:tracePt t="68065" x="10772775" y="1647825"/>
          <p14:tracePt t="68072" x="11052175" y="1676400"/>
          <p14:tracePt t="68079" x="11353800" y="1704975"/>
          <p14:tracePt t="68086" x="11622088" y="1733550"/>
          <p14:tracePt t="68093" x="11872913" y="1762125"/>
          <p14:tracePt t="68471" x="12180888" y="1892300"/>
          <p14:tracePt t="68472" x="12174538" y="1892300"/>
          <p14:tracePt t="68473" x="12157075" y="1898650"/>
          <p14:tracePt t="68476" x="12141200" y="1898650"/>
          <p14:tracePt t="68476" x="12130088" y="1903413"/>
          <p14:tracePt t="68477" x="12123738" y="1903413"/>
          <p14:tracePt t="68482" x="12106275" y="1903413"/>
          <p14:tracePt t="68496" x="11969750" y="1920875"/>
          <p14:tracePt t="68497" x="11941175" y="1927225"/>
          <p14:tracePt t="68502" x="11906250" y="1931988"/>
          <p14:tracePt t="68517" x="11809413" y="1944688"/>
          <p14:tracePt t="68531" x="11730038" y="1949450"/>
          <p14:tracePt t="68537" x="11701463" y="1955800"/>
          <p14:tracePt t="68545" x="11679238" y="1960563"/>
          <p14:tracePt t="68546" x="11672888" y="1960563"/>
          <p14:tracePt t="68551" x="11668125" y="1960563"/>
          <p14:tracePt t="68558" x="11655425" y="1966913"/>
          <p14:tracePt t="68565" x="11650663" y="1966913"/>
          <p14:tracePt t="68588" x="11644313" y="1966913"/>
          <p14:tracePt t="68602" x="11639550" y="1966913"/>
          <p14:tracePt t="68604" x="11639550" y="1971675"/>
          <p14:tracePt t="68609" x="11633200" y="1971675"/>
          <p14:tracePt t="68614" x="11628438" y="1978025"/>
          <p14:tracePt t="68621" x="11615738" y="1984375"/>
          <p14:tracePt t="68628" x="11604625" y="1984375"/>
          <p14:tracePt t="68635" x="11593513" y="1989138"/>
          <p14:tracePt t="68642" x="11582400" y="1995488"/>
          <p14:tracePt t="68649" x="11564938" y="2000250"/>
          <p14:tracePt t="68663" x="11531600" y="2006600"/>
          <p14:tracePt t="68669" x="11514138" y="2006600"/>
          <p14:tracePt t="68683" x="11479213" y="2017713"/>
          <p14:tracePt t="68690" x="11468100" y="2024063"/>
          <p14:tracePt t="68697" x="11445875" y="2024063"/>
          <p14:tracePt t="68712" x="11399838" y="2028825"/>
          <p14:tracePt t="68718" x="11388725" y="2035175"/>
          <p14:tracePt t="68725" x="11364913" y="2041525"/>
          <p14:tracePt t="68732" x="11342688" y="2052638"/>
          <p14:tracePt t="68739" x="11320463" y="2057400"/>
          <p14:tracePt t="68746" x="11303000" y="2070100"/>
          <p14:tracePt t="68753" x="11280775" y="2074863"/>
          <p14:tracePt t="68759" x="11252200" y="2081213"/>
          <p14:tracePt t="68766" x="11228388" y="2092325"/>
          <p14:tracePt t="68774" x="11195050" y="2103438"/>
          <p14:tracePt t="68780" x="11160125" y="2114550"/>
          <p14:tracePt t="68795" x="11085513" y="2132013"/>
          <p14:tracePt t="68808" x="10995025" y="2160588"/>
          <p14:tracePt t="68815" x="10960100" y="2171700"/>
          <p14:tracePt t="68823" x="10920413" y="2178050"/>
          <p14:tracePt t="68839" x="10823575" y="2200275"/>
          <p14:tracePt t="68852" x="10755313" y="2206625"/>
          <p14:tracePt t="68857" x="10737850" y="2211388"/>
          <p14:tracePt t="68864" x="10704513" y="2217738"/>
          <p14:tracePt t="68871" x="10675938" y="2217738"/>
          <p14:tracePt t="68877" x="10647363" y="2217738"/>
          <p14:tracePt t="68884" x="10618788" y="2217738"/>
          <p14:tracePt t="68891" x="10596563" y="2222500"/>
          <p14:tracePt t="68899" x="10583863" y="2228850"/>
          <p14:tracePt t="68905" x="10572750" y="2228850"/>
          <p14:tracePt t="69184" x="10572750" y="2235200"/>
          <p14:tracePt t="69185" x="10579100" y="2235200"/>
          <p14:tracePt t="69188" x="10583863" y="2235200"/>
          <p14:tracePt t="69190" x="10583863" y="2239963"/>
          <p14:tracePt t="69197" x="10601325" y="2246313"/>
          <p14:tracePt t="69211" x="10658475" y="2263775"/>
          <p14:tracePt t="69218" x="10709275" y="2279650"/>
          <p14:tracePt t="69225" x="10761663" y="2286000"/>
          <p14:tracePt t="69232" x="10834688" y="2297113"/>
          <p14:tracePt t="69243" x="10948988" y="2303463"/>
          <p14:tracePt t="69245" x="11001375" y="2308225"/>
          <p14:tracePt t="69246" x="11029950" y="2308225"/>
          <p14:tracePt t="69248" x="11041063" y="2308225"/>
          <p14:tracePt t="69250" x="11052175" y="2308225"/>
          <p14:tracePt t="69258" x="11171238" y="2308225"/>
          <p14:tracePt t="69264" x="11268075" y="2308225"/>
          <p14:tracePt t="69271" x="11342688" y="2308225"/>
          <p14:tracePt t="69278" x="11433175" y="2308225"/>
          <p14:tracePt t="69279" x="11456988" y="2308225"/>
          <p14:tracePt t="69283" x="11514138" y="2303463"/>
          <p14:tracePt t="69290" x="11582400" y="2303463"/>
          <p14:tracePt t="69300" x="11701463" y="2303463"/>
          <p14:tracePt t="69307" x="11747500" y="2303463"/>
          <p14:tracePt t="69313" x="11776075" y="2303463"/>
          <p14:tracePt t="69318" x="11804650" y="2297113"/>
          <p14:tracePt t="69324" x="11815763" y="2297113"/>
          <p14:tracePt t="69439" x="11809413" y="2297113"/>
          <p14:tracePt t="69442" x="11804650" y="2297113"/>
          <p14:tracePt t="69447" x="11798300" y="2297113"/>
          <p14:tracePt t="69454" x="11787188" y="2297113"/>
          <p14:tracePt t="69461" x="11769725" y="2297113"/>
          <p14:tracePt t="69475" x="11730038" y="2303463"/>
          <p14:tracePt t="69482" x="11707813" y="2308225"/>
          <p14:tracePt t="69489" x="11684000" y="2308225"/>
          <p14:tracePt t="69503" x="11628438" y="2308225"/>
          <p14:tracePt t="69504" x="11622088" y="2308225"/>
          <p14:tracePt t="69509" x="11604625" y="2308225"/>
          <p14:tracePt t="69516" x="11576050" y="2308225"/>
          <p14:tracePt t="69530" x="11547475" y="2308225"/>
          <p14:tracePt t="69537" x="11536363" y="2308225"/>
          <p14:tracePt t="69552" x="11525250" y="2308225"/>
          <p14:tracePt t="69558" x="11514138" y="2308225"/>
          <p14:tracePt t="69572" x="11496675" y="2308225"/>
          <p14:tracePt t="69579" x="11485563" y="2308225"/>
          <p14:tracePt t="69586" x="11468100" y="2308225"/>
          <p14:tracePt t="69600" x="11428413" y="2314575"/>
          <p14:tracePt t="69607" x="11406188" y="2314575"/>
          <p14:tracePt t="69621" x="11360150" y="2320925"/>
          <p14:tracePt t="69622" x="11353800" y="2320925"/>
          <p14:tracePt t="69627" x="11336338" y="2320925"/>
          <p14:tracePt t="69642" x="11280775" y="2320925"/>
          <p14:tracePt t="69648" x="11263313" y="2320925"/>
          <p14:tracePt t="69662" x="11228388" y="2320925"/>
          <p14:tracePt t="69669" x="11210925" y="2314575"/>
          <p14:tracePt t="69676" x="11206163" y="2314575"/>
          <p14:tracePt t="69683" x="11199813" y="2314575"/>
          <p14:tracePt t="70556" x="11195050" y="2314575"/>
          <p14:tracePt t="70557" x="11182350" y="2314575"/>
          <p14:tracePt t="70560" x="11177588" y="2314575"/>
          <p14:tracePt t="70560" x="11166475" y="2308225"/>
          <p14:tracePt t="70561" x="11160125" y="2308225"/>
          <p14:tracePt t="70565" x="11131550" y="2303463"/>
          <p14:tracePt t="70572" x="11001375" y="2279650"/>
          <p14:tracePt t="70579" x="10847388" y="2263775"/>
          <p14:tracePt t="70586" x="10625138" y="2235200"/>
          <p14:tracePt t="70593" x="10407650" y="2211388"/>
          <p14:tracePt t="70607" x="9923463" y="2154238"/>
          <p14:tracePt t="70614" x="9723438" y="2120900"/>
          <p14:tracePt t="70621" x="9410700" y="2081213"/>
          <p14:tracePt t="70635" x="8983663" y="2012950"/>
          <p14:tracePt t="70641" x="8772525" y="1978025"/>
          <p14:tracePt t="70655" x="8497888" y="1920875"/>
          <p14:tracePt t="70662" x="8401050" y="1898650"/>
          <p14:tracePt t="70676" x="8299450" y="1858963"/>
          <p14:tracePt t="70677" x="8293100" y="1858963"/>
          <p14:tracePt t="70683" x="8275638" y="1852613"/>
          <p14:tracePt t="70697" x="8264525" y="1846263"/>
          <p14:tracePt t="70852" x="8270875" y="1846263"/>
          <p14:tracePt t="70858" x="8275638" y="1846263"/>
          <p14:tracePt t="70860" x="8275638" y="1841500"/>
          <p14:tracePt t="70864" x="8281988" y="1841500"/>
          <p14:tracePt t="70871" x="8293100" y="1841500"/>
          <p14:tracePt t="70885" x="8328025" y="1841500"/>
          <p14:tracePt t="70899" x="8372475" y="1841500"/>
          <p14:tracePt t="70905" x="8401050" y="1852613"/>
          <p14:tracePt t="70913" x="8435975" y="1863725"/>
          <p14:tracePt t="70919" x="8469313" y="1874838"/>
          <p14:tracePt t="70926" x="8510588" y="1892300"/>
          <p14:tracePt t="70933" x="8566150" y="1916113"/>
          <p14:tracePt t="70940" x="8612188" y="1931988"/>
          <p14:tracePt t="70948" x="8669338" y="1949450"/>
          <p14:tracePt t="70961" x="8788400" y="1989138"/>
          <p14:tracePt t="70968" x="8840788" y="2006600"/>
          <p14:tracePt t="70975" x="8880475" y="2017713"/>
          <p14:tracePt t="70989" x="8977313" y="2041525"/>
          <p14:tracePt t="70996" x="9023350" y="2052638"/>
          <p14:tracePt t="71010" x="9080500" y="2057400"/>
          <p14:tracePt t="71016" x="9096375" y="2063750"/>
          <p14:tracePt t="71024" x="9109075" y="2070100"/>
          <p14:tracePt t="71030" x="9120188" y="2070100"/>
          <p14:tracePt t="71038" x="9120188" y="2074863"/>
          <p14:tracePt t="71045" x="9124950" y="2074863"/>
          <p14:tracePt t="71058" x="9137650" y="2074863"/>
          <p14:tracePt t="71065" x="9142413" y="2074863"/>
          <p14:tracePt t="71072" x="9148763" y="2074863"/>
          <p14:tracePt t="71079" x="9153525" y="2081213"/>
          <p14:tracePt t="71086" x="9159875" y="2081213"/>
          <p14:tracePt t="71093" x="9170988" y="2081213"/>
          <p14:tracePt t="71107" x="9177338" y="2081213"/>
          <p14:tracePt t="71263" x="9182100" y="2081213"/>
          <p14:tracePt t="71527" x="9177338" y="2081213"/>
          <p14:tracePt t="71529" x="9170988" y="2081213"/>
          <p14:tracePt t="71532" x="9164638" y="2081213"/>
          <p14:tracePt t="71538" x="9153525" y="2081213"/>
          <p14:tracePt t="71544" x="9131300" y="2081213"/>
          <p14:tracePt t="71552" x="9102725" y="2074863"/>
          <p14:tracePt t="71559" x="9074150" y="2070100"/>
          <p14:tracePt t="71572" x="9017000" y="2063750"/>
          <p14:tracePt t="71579" x="8988425" y="2063750"/>
          <p14:tracePt t="71587" x="8955088" y="2057400"/>
          <p14:tracePt t="71600" x="8897938" y="2052638"/>
          <p14:tracePt t="71608" x="8874125" y="2052638"/>
          <p14:tracePt t="71617" x="8845550" y="2052638"/>
          <p14:tracePt t="71626" x="8829675" y="2052638"/>
          <p14:tracePt t="71634" x="8812213" y="2052638"/>
          <p14:tracePt t="71863" x="8816975" y="2052638"/>
          <p14:tracePt t="71865" x="8823325" y="2052638"/>
          <p14:tracePt t="71870" x="8829675" y="2052638"/>
          <p14:tracePt t="71878" x="8834438" y="2052638"/>
          <p14:tracePt t="71892" x="8874125" y="2052638"/>
          <p14:tracePt t="71899" x="8891588" y="2052638"/>
          <p14:tracePt t="71905" x="8909050" y="2052638"/>
          <p14:tracePt t="71912" x="8926513" y="2052638"/>
          <p14:tracePt t="71919" x="8948738" y="2052638"/>
          <p14:tracePt t="71926" x="8966200" y="2052638"/>
          <p14:tracePt t="71933" x="8988425" y="2052638"/>
          <p14:tracePt t="71940" x="9012238" y="2052638"/>
          <p14:tracePt t="71947" x="9028113" y="2052638"/>
          <p14:tracePt t="71954" x="9045575" y="2057400"/>
          <p14:tracePt t="71961" x="9067800" y="2063750"/>
          <p14:tracePt t="71968" x="9080500" y="2063750"/>
          <p14:tracePt t="71975" x="9096375" y="2063750"/>
          <p14:tracePt t="71982" x="9113838" y="2063750"/>
          <p14:tracePt t="71989" x="9131300" y="2070100"/>
          <p14:tracePt t="71995" x="9142413" y="2070100"/>
          <p14:tracePt t="72002" x="9153525" y="2070100"/>
          <p14:tracePt t="72009" x="9164638" y="2070100"/>
          <p14:tracePt t="72016" x="9170988" y="2070100"/>
          <p14:tracePt t="72023" x="9177338" y="2070100"/>
          <p14:tracePt t="72030" x="9182100" y="2070100"/>
          <p14:tracePt t="72037" x="9188450" y="2070100"/>
          <p14:tracePt t="72044" x="9193213" y="2070100"/>
          <p14:tracePt t="72058" x="9199563" y="2070100"/>
          <p14:tracePt t="72093" x="9205913" y="2070100"/>
          <p14:tracePt t="72098" x="9210675" y="2070100"/>
          <p14:tracePt t="72101" x="9217025" y="2070100"/>
          <p14:tracePt t="72107" x="9228138" y="2070100"/>
          <p14:tracePt t="72114" x="9245600" y="2070100"/>
          <p14:tracePt t="72121" x="9274175" y="2074863"/>
          <p14:tracePt t="72128" x="9307513" y="2081213"/>
          <p14:tracePt t="72135" x="9353550" y="2085975"/>
          <p14:tracePt t="72141" x="9404350" y="2085975"/>
          <p14:tracePt t="72149" x="9461500" y="2092325"/>
          <p14:tracePt t="72156" x="9529763" y="2097088"/>
          <p14:tracePt t="72169" x="9666288" y="2109788"/>
          <p14:tracePt t="72176" x="9729788" y="2120900"/>
          <p14:tracePt t="72183" x="9791700" y="2120900"/>
          <p14:tracePt t="72190" x="9861550" y="2138363"/>
          <p14:tracePt t="72197" x="9912350" y="2143125"/>
          <p14:tracePt t="72202" x="9940925" y="2149475"/>
          <p14:tracePt t="72207" x="9963150" y="2160588"/>
          <p14:tracePt t="72211" x="9991725" y="2171700"/>
          <p14:tracePt t="72218" x="10026650" y="2189163"/>
          <p14:tracePt t="72225" x="10048875" y="2217738"/>
          <p14:tracePt t="72232" x="10066338" y="2263775"/>
          <p14:tracePt t="72239" x="10077450" y="2360613"/>
          <p14:tracePt t="72246" x="10094913" y="2490788"/>
          <p14:tracePt t="72253" x="10094913" y="2651125"/>
          <p14:tracePt t="72260" x="10094913" y="2878138"/>
          <p14:tracePt t="72274" x="10066338" y="3346450"/>
          <p14:tracePt t="72284" x="10026650" y="3648075"/>
          <p14:tracePt t="72285" x="10020300" y="3722688"/>
          <p14:tracePt t="72286" x="10013950" y="3740150"/>
          <p14:tracePt t="72287" x="10013950" y="3756025"/>
          <p14:tracePt t="72288" x="10013950" y="3779838"/>
          <p14:tracePt t="72289" x="10009188" y="3797300"/>
          <p14:tracePt t="72292" x="10009188" y="3813175"/>
          <p14:tracePt t="72299" x="10002838" y="3916363"/>
          <p14:tracePt t="72306" x="9998075" y="3973513"/>
          <p14:tracePt t="72312" x="9991725" y="3995738"/>
          <p14:tracePt t="72317" x="9985375" y="3995738"/>
          <p14:tracePt t="72325" x="9985375" y="4002088"/>
          <p14:tracePt t="72333" x="9980613" y="4002088"/>
          <p14:tracePt t="72341" x="9974263" y="4013200"/>
          <p14:tracePt t="72348" x="9969500" y="4024313"/>
          <p14:tracePt t="72353" x="9963150" y="4035425"/>
          <p14:tracePt t="72358" x="9958388" y="4059238"/>
          <p14:tracePt t="72364" x="9945688" y="4076700"/>
          <p14:tracePt t="72371" x="9929813" y="4116388"/>
          <p14:tracePt t="72378" x="9906000" y="4167188"/>
          <p14:tracePt t="72385" x="9883775" y="4213225"/>
          <p14:tracePt t="72391" x="9855200" y="4281488"/>
          <p14:tracePt t="72399" x="9815513" y="4356100"/>
          <p14:tracePt t="72412" x="9740900" y="4525963"/>
          <p14:tracePt t="72419" x="9712325" y="4600575"/>
          <p14:tracePt t="72427" x="9678988" y="4686300"/>
          <p14:tracePt t="72434" x="9655175" y="4748213"/>
          <p14:tracePt t="72440" x="9637713" y="4805363"/>
          <p14:tracePt t="72454" x="9610725" y="4902200"/>
          <p14:tracePt t="72461" x="9604375" y="4941888"/>
          <p14:tracePt t="72468" x="9593263" y="4994275"/>
          <p14:tracePt t="72475" x="9582150" y="5038725"/>
          <p14:tracePt t="72482" x="9569450" y="5080000"/>
          <p14:tracePt t="72489" x="9564688" y="5119688"/>
          <p14:tracePt t="72496" x="9558338" y="5148263"/>
          <p14:tracePt t="72502" x="9547225" y="5187950"/>
          <p14:tracePt t="72509" x="9536113" y="5216525"/>
          <p14:tracePt t="72516" x="9529763" y="5245100"/>
          <p14:tracePt t="72523" x="9518650" y="5273675"/>
          <p14:tracePt t="72530" x="9501188" y="5289550"/>
          <p14:tracePt t="72537" x="9496425" y="5313363"/>
          <p14:tracePt t="72544" x="9478963" y="5330825"/>
          <p14:tracePt t="72551" x="9467850" y="5346700"/>
          <p14:tracePt t="72558" x="9450388" y="5359400"/>
          <p14:tracePt t="72565" x="9432925" y="5370513"/>
          <p14:tracePt t="72572" x="9410700" y="5387975"/>
          <p14:tracePt t="72579" x="9399588" y="5392738"/>
          <p14:tracePt t="72586" x="9371013" y="5410200"/>
          <p14:tracePt t="72593" x="9342438" y="5421313"/>
          <p14:tracePt t="72600" x="9313863" y="5427663"/>
          <p14:tracePt t="72607" x="9278938" y="5432425"/>
          <p14:tracePt t="72614" x="9245600" y="5443538"/>
          <p14:tracePt t="72621" x="9210675" y="5456238"/>
          <p14:tracePt t="72628" x="9182100" y="5467350"/>
          <p14:tracePt t="72635" x="9153525" y="5478463"/>
          <p14:tracePt t="72641" x="9131300" y="5484813"/>
          <p14:tracePt t="72648" x="9109075" y="5484813"/>
          <p14:tracePt t="72655" x="9091613" y="5489575"/>
          <p14:tracePt t="72662" x="9074150" y="5489575"/>
          <p14:tracePt t="72669" x="9067800" y="5495925"/>
          <p14:tracePt t="72676" x="9063038" y="5495925"/>
          <p14:tracePt t="72730" x="9063038" y="5489575"/>
          <p14:tracePt t="72735" x="9056688" y="5489575"/>
          <p14:tracePt t="72739" x="9051925" y="5478463"/>
          <p14:tracePt t="72746" x="9045575" y="5461000"/>
          <p14:tracePt t="72753" x="9034463" y="5443538"/>
          <p14:tracePt t="72760" x="9023350" y="5432425"/>
          <p14:tracePt t="72766" x="9017000" y="5414963"/>
          <p14:tracePt t="72773" x="9012238" y="5410200"/>
          <p14:tracePt t="72780" x="9005888" y="5399088"/>
          <p14:tracePt t="72789" x="8999538" y="5392738"/>
          <p14:tracePt t="72795" x="8999538" y="5387975"/>
          <p14:tracePt t="72805" x="8999538" y="5381625"/>
          <p14:tracePt t="72809" x="8999538" y="5375275"/>
          <p14:tracePt t="72815" x="8999538" y="5370513"/>
          <p14:tracePt t="72822" x="8994775" y="5370513"/>
          <p14:tracePt t="72829" x="8994775" y="5364163"/>
          <p14:tracePt t="72836" x="8994775" y="5359400"/>
          <p14:tracePt t="72849" x="8994775" y="5353050"/>
          <p14:tracePt t="72856" x="8994775" y="5346700"/>
          <p14:tracePt t="72870" x="8994775" y="5341938"/>
          <p14:tracePt t="72879" x="8988425" y="5341938"/>
          <p14:tracePt t="72880" x="8988425" y="5335588"/>
          <p14:tracePt t="72886" x="8988425" y="5330825"/>
          <p14:tracePt t="72893" x="8983663" y="5324475"/>
          <p14:tracePt t="72900" x="8983663" y="5318125"/>
          <p14:tracePt t="72910" x="8983663" y="5313363"/>
          <p14:tracePt t="72914" x="8983663" y="5307013"/>
          <p14:tracePt t="72918" x="8983663" y="5302250"/>
          <p14:tracePt t="72923" x="8977313" y="5295900"/>
          <p14:tracePt t="72932" x="8970963" y="5278438"/>
          <p14:tracePt t="72939" x="8966200" y="5262563"/>
          <p14:tracePt t="72945" x="8955088" y="5245100"/>
          <p14:tracePt t="72951" x="8948738" y="5227638"/>
          <p14:tracePt t="72956" x="8942388" y="5216525"/>
          <p14:tracePt t="72962" x="8931275" y="5205413"/>
          <p14:tracePt t="72976" x="8913813" y="5170488"/>
          <p14:tracePt t="72985" x="8902700" y="5141913"/>
          <p14:tracePt t="72991" x="8891588" y="5137150"/>
          <p14:tracePt t="72996" x="8886825" y="5124450"/>
          <p14:tracePt t="73003" x="8880475" y="5113338"/>
          <p14:tracePt t="73010" x="8874125" y="5102225"/>
          <p14:tracePt t="73016" x="8863013" y="5084763"/>
          <p14:tracePt t="73024" x="8858250" y="5067300"/>
          <p14:tracePt t="73030" x="8851900" y="5045075"/>
          <p14:tracePt t="73037" x="8840788" y="5016500"/>
          <p14:tracePt t="73044" x="8834438" y="4983163"/>
          <p14:tracePt t="73051" x="8816975" y="4941888"/>
          <p14:tracePt t="73059" x="8801100" y="4902200"/>
          <p14:tracePt t="73065" x="8788400" y="4873625"/>
          <p14:tracePt t="73072" x="8772525" y="4845050"/>
          <p14:tracePt t="73080" x="8755063" y="4816475"/>
          <p14:tracePt t="73086" x="8743950" y="4794250"/>
          <p14:tracePt t="73093" x="8732838" y="4772025"/>
          <p14:tracePt t="73100" x="8715375" y="4754563"/>
          <p14:tracePt t="73107" x="8709025" y="4748213"/>
          <p14:tracePt t="73114" x="8704263" y="4737100"/>
          <p14:tracePt t="73121" x="8697913" y="4737100"/>
          <p14:tracePt t="73128" x="8697913" y="4732338"/>
          <p14:tracePt t="73199" x="8691563" y="4725988"/>
          <p14:tracePt t="73202" x="8691563" y="4719638"/>
          <p14:tracePt t="73205" x="8691563" y="4714875"/>
          <p14:tracePt t="73211" x="8686800" y="4703763"/>
          <p14:tracePt t="73218" x="8680450" y="4691063"/>
          <p14:tracePt t="73225" x="8675688" y="4679950"/>
          <p14:tracePt t="73232" x="8669338" y="4662488"/>
          <p14:tracePt t="73239" x="8664575" y="4651375"/>
          <p14:tracePt t="73245" x="8658225" y="4635500"/>
          <p14:tracePt t="73252" x="8658225" y="4629150"/>
          <p14:tracePt t="73260" x="8651875" y="4618038"/>
          <p14:tracePt t="73266" x="8647113" y="4606925"/>
          <p14:tracePt t="73273" x="8640763" y="4589463"/>
          <p14:tracePt t="73280" x="8640763" y="4578350"/>
          <p14:tracePt t="73287" x="8640763" y="4554538"/>
          <p14:tracePt t="73294" x="8636000" y="4532313"/>
          <p14:tracePt t="73301" x="8629650" y="4514850"/>
          <p14:tracePt t="73308" x="8629650" y="4492625"/>
          <p14:tracePt t="73315" x="8629650" y="4468813"/>
          <p14:tracePt t="73322" x="8629650" y="4446588"/>
          <p14:tracePt t="73329" x="8629650" y="4424363"/>
          <p14:tracePt t="73336" x="8629650" y="4395788"/>
          <p14:tracePt t="73350" x="8640763" y="4349750"/>
          <p14:tracePt t="73357" x="8647113" y="4332288"/>
          <p14:tracePt t="73364" x="8658225" y="4314825"/>
          <p14:tracePt t="73371" x="8664575" y="4303713"/>
          <p14:tracePt t="73378" x="8669338" y="4286250"/>
          <p14:tracePt t="73385" x="8680450" y="4275138"/>
          <p14:tracePt t="73391" x="8680450" y="4270375"/>
          <p14:tracePt t="73399" x="8680450" y="4257675"/>
          <p14:tracePt t="73464" x="8680450" y="4252913"/>
          <p14:tracePt t="73465" x="8686800" y="4252913"/>
          <p14:tracePt t="73476" x="8686800" y="4246563"/>
          <p14:tracePt t="73481" x="8691563" y="4246563"/>
          <p14:tracePt t="73483" x="8691563" y="4241800"/>
          <p14:tracePt t="73489" x="8691563" y="4235450"/>
          <p14:tracePt t="73496" x="8697913" y="4230688"/>
          <p14:tracePt t="73503" x="8704263" y="4224338"/>
          <p14:tracePt t="73517" x="8709025" y="4217988"/>
          <p14:tracePt t="73524" x="8715375" y="4213225"/>
          <p14:tracePt t="73530" x="8720138" y="4213225"/>
          <p14:tracePt t="73537" x="8726488" y="4213225"/>
          <p14:tracePt t="73546" x="8732838" y="4213225"/>
          <p14:tracePt t="73553" x="8737600" y="4213225"/>
          <p14:tracePt t="73553" x="8737600" y="4206875"/>
          <p14:tracePt t="73558" x="8748713" y="4206875"/>
          <p14:tracePt t="73565" x="8755063" y="4206875"/>
          <p14:tracePt t="73572" x="8766175" y="4202113"/>
          <p14:tracePt t="73579" x="8777288" y="4202113"/>
          <p14:tracePt t="73586" x="8794750" y="4202113"/>
          <p14:tracePt t="73593" x="8805863" y="4195763"/>
          <p14:tracePt t="73600" x="8823325" y="4195763"/>
          <p14:tracePt t="73607" x="8840788" y="4189413"/>
          <p14:tracePt t="73614" x="8863013" y="4189413"/>
          <p14:tracePt t="73621" x="8886825" y="4184650"/>
          <p14:tracePt t="73628" x="8909050" y="4178300"/>
          <p14:tracePt t="73635" x="8931275" y="4178300"/>
          <p14:tracePt t="73649" x="8966200" y="4167188"/>
          <p14:tracePt t="73655" x="8977313" y="4167188"/>
          <p14:tracePt t="73662" x="8994775" y="4167188"/>
          <p14:tracePt t="73669" x="9012238" y="4160838"/>
          <p14:tracePt t="73676" x="9023350" y="4160838"/>
          <p14:tracePt t="73683" x="9034463" y="4156075"/>
          <p14:tracePt t="73690" x="9039225" y="4156075"/>
          <p14:tracePt t="73697" x="9045575" y="4156075"/>
          <p14:tracePt t="73704" x="9056688" y="4156075"/>
          <p14:tracePt t="73711" x="9067800" y="4149725"/>
          <p14:tracePt t="73718" x="9080500" y="4149725"/>
          <p14:tracePt t="73725" x="9091613" y="4149725"/>
          <p14:tracePt t="73732" x="9109075" y="4149725"/>
          <p14:tracePt t="73739" x="9124950" y="4149725"/>
          <p14:tracePt t="73745" x="9142413" y="4149725"/>
          <p14:tracePt t="73752" x="9159875" y="4149725"/>
          <p14:tracePt t="73760" x="9188450" y="4149725"/>
          <p14:tracePt t="73766" x="9217025" y="4156075"/>
          <p14:tracePt t="73773" x="9250363" y="4156075"/>
          <p14:tracePt t="73780" x="9285288" y="4156075"/>
          <p14:tracePt t="73787" x="9313863" y="4156075"/>
          <p14:tracePt t="73794" x="9347200" y="4156075"/>
          <p14:tracePt t="73801" x="9382125" y="4149725"/>
          <p14:tracePt t="73808" x="9415463" y="4149725"/>
          <p14:tracePt t="73815" x="9450388" y="4144963"/>
          <p14:tracePt t="73824" x="9485313" y="4144963"/>
          <p14:tracePt t="73830" x="9512300" y="4144963"/>
          <p14:tracePt t="73836" x="9540875" y="4144963"/>
          <p14:tracePt t="73850" x="9586913" y="4144963"/>
          <p14:tracePt t="73857" x="9615488" y="4144963"/>
          <p14:tracePt t="73864" x="9632950" y="4144963"/>
          <p14:tracePt t="73870" x="9650413" y="4144963"/>
          <p14:tracePt t="73878" x="9672638" y="4144963"/>
          <p14:tracePt t="73885" x="9683750" y="4144963"/>
          <p14:tracePt t="73891" x="9701213" y="4144963"/>
          <p14:tracePt t="73898" x="9707563" y="4144963"/>
          <p14:tracePt t="73905" x="9712325" y="4149725"/>
          <p14:tracePt t="73912" x="9729788" y="4149725"/>
          <p14:tracePt t="73919" x="9740900" y="4156075"/>
          <p14:tracePt t="73926" x="9758363" y="4156075"/>
          <p14:tracePt t="73933" x="9780588" y="4160838"/>
          <p14:tracePt t="73940" x="9798050" y="4167188"/>
          <p14:tracePt t="73947" x="9820275" y="4173538"/>
          <p14:tracePt t="73954" x="9855200" y="4178300"/>
          <p14:tracePt t="73961" x="9888538" y="4189413"/>
          <p14:tracePt t="73968" x="9929813" y="4202113"/>
          <p14:tracePt t="73975" x="9963150" y="4206875"/>
          <p14:tracePt t="73982" x="9998075" y="4213225"/>
          <p14:tracePt t="73989" x="10042525" y="4224338"/>
          <p14:tracePt t="74003" x="10110788" y="4235450"/>
          <p14:tracePt t="74010" x="10145713" y="4235450"/>
          <p14:tracePt t="74017" x="10180638" y="4246563"/>
          <p14:tracePt t="74024" x="10209213" y="4252913"/>
          <p14:tracePt t="74030" x="10231438" y="4252913"/>
          <p14:tracePt t="74045" x="10288588" y="4281488"/>
          <p14:tracePt t="74051" x="10310813" y="4286250"/>
          <p14:tracePt t="74058" x="10334625" y="4303713"/>
          <p14:tracePt t="74066" x="10374313" y="4321175"/>
          <p14:tracePt t="74072" x="10407650" y="4338638"/>
          <p14:tracePt t="74079" x="10442575" y="4349750"/>
          <p14:tracePt t="74086" x="10471150" y="4367213"/>
          <p14:tracePt t="74094" x="10515600" y="4389438"/>
          <p14:tracePt t="74100" x="10556875" y="4406900"/>
          <p14:tracePt t="74114" x="10629900" y="4440238"/>
          <p14:tracePt t="74121" x="10664825" y="4457700"/>
          <p14:tracePt t="74128" x="10693400" y="4464050"/>
          <p14:tracePt t="74135" x="10721975" y="4475163"/>
          <p14:tracePt t="74142" x="10744200" y="4481513"/>
          <p14:tracePt t="74149" x="10750550" y="4481513"/>
          <p14:tracePt t="74156" x="10761663" y="4481513"/>
          <p14:tracePt t="74185" x="10761663" y="4486275"/>
          <p14:tracePt t="74189" x="10766425" y="4486275"/>
          <p14:tracePt t="74195" x="10772775" y="4492625"/>
          <p14:tracePt t="74198" x="10779125" y="4492625"/>
          <p14:tracePt t="74199" x="10783888" y="4492625"/>
          <p14:tracePt t="74200" x="10783888" y="4497388"/>
          <p14:tracePt t="74204" x="10790238" y="4497388"/>
          <p14:tracePt t="74211" x="10812463" y="4514850"/>
          <p14:tracePt t="74218" x="10834688" y="4525963"/>
          <p14:tracePt t="74225" x="10852150" y="4543425"/>
          <p14:tracePt t="74232" x="10875963" y="4554538"/>
          <p14:tracePt t="74239" x="10887075" y="4572000"/>
          <p14:tracePt t="74245" x="10898188" y="4578350"/>
          <p14:tracePt t="74252" x="10909300" y="4583113"/>
          <p14:tracePt t="74259" x="10915650" y="4589463"/>
          <p14:tracePt t="74268" x="10915650" y="4594225"/>
          <p14:tracePt t="74273" x="10920413" y="4594225"/>
          <p14:tracePt t="74280" x="10926763" y="4600575"/>
          <p14:tracePt t="74287" x="10926763" y="4606925"/>
          <p14:tracePt t="74294" x="10937875" y="4618038"/>
          <p14:tracePt t="74301" x="10944225" y="4629150"/>
          <p14:tracePt t="74308" x="10948988" y="4640263"/>
          <p14:tracePt t="74315" x="10960100" y="4646613"/>
          <p14:tracePt t="74322" x="10966450" y="4657725"/>
          <p14:tracePt t="74329" x="10972800" y="4662488"/>
          <p14:tracePt t="74336" x="10972800" y="4668838"/>
          <p14:tracePt t="74440" x="10966450" y="4668838"/>
          <p14:tracePt t="74443" x="10960100" y="4668838"/>
          <p14:tracePt t="74447" x="10955338" y="4668838"/>
          <p14:tracePt t="74454" x="10933113" y="4675188"/>
          <p14:tracePt t="74461" x="10915650" y="4679950"/>
          <p14:tracePt t="74468" x="10875963" y="4686300"/>
          <p14:tracePt t="74475" x="10841038" y="4686300"/>
          <p14:tracePt t="74482" x="10795000" y="4697413"/>
          <p14:tracePt t="74489" x="10744200" y="4708525"/>
          <p14:tracePt t="74495" x="10675938" y="4719638"/>
          <p14:tracePt t="74503" x="10583863" y="4737100"/>
          <p14:tracePt t="74510" x="10493375" y="4748213"/>
          <p14:tracePt t="74524" x="10248900" y="4783138"/>
          <p14:tracePt t="74531" x="10134600" y="4800600"/>
          <p14:tracePt t="74538" x="9985375" y="4805363"/>
          <p14:tracePt t="74544" x="9877425" y="4816475"/>
          <p14:tracePt t="74552" x="9763125" y="4816475"/>
          <p14:tracePt t="74565" x="9540875" y="4816475"/>
          <p14:tracePt t="74572" x="9450388" y="4816475"/>
          <p14:tracePt t="74579" x="9371013" y="4816475"/>
          <p14:tracePt t="74586" x="9324975" y="4816475"/>
          <p14:tracePt t="74600" x="9228138" y="4816475"/>
          <p14:tracePt t="74607" x="9199563" y="4816475"/>
          <p14:tracePt t="74614" x="9177338" y="4816475"/>
          <p14:tracePt t="74621" x="9159875" y="4816475"/>
          <p14:tracePt t="74635" x="9124950" y="4811713"/>
          <p14:tracePt t="74641" x="9109075" y="4811713"/>
          <p14:tracePt t="74649" x="9091613" y="4811713"/>
          <p14:tracePt t="74656" x="9067800" y="4805363"/>
          <p14:tracePt t="74662" x="9039225" y="4805363"/>
          <p14:tracePt t="74670" x="9012238" y="4800600"/>
          <p14:tracePt t="74680" x="8977313" y="4794250"/>
          <p14:tracePt t="74688" x="8955088" y="4787900"/>
          <p14:tracePt t="74699" x="8902700" y="4776788"/>
          <p14:tracePt t="74712" x="8840788" y="4760913"/>
          <p14:tracePt t="74726" x="8783638" y="4732338"/>
          <p14:tracePt t="74733" x="8755063" y="4719638"/>
          <p14:tracePt t="74743" x="8709025" y="4703763"/>
          <p14:tracePt t="74749" x="8686800" y="4686300"/>
          <p14:tracePt t="74755" x="8669338" y="4675188"/>
          <p14:tracePt t="74759" x="8651875" y="4662488"/>
          <p14:tracePt t="74767" x="8640763" y="4651375"/>
          <p14:tracePt t="74774" x="8623300" y="4640263"/>
          <p14:tracePt t="74781" x="8607425" y="4635500"/>
          <p14:tracePt t="74788" x="8594725" y="4618038"/>
          <p14:tracePt t="74794" x="8578850" y="4611688"/>
          <p14:tracePt t="74801" x="8572500" y="4600575"/>
          <p14:tracePt t="74808" x="8561388" y="4589463"/>
          <p14:tracePt t="74817" x="8555038" y="4589463"/>
          <p14:tracePt t="74817" x="8555038" y="4583113"/>
          <p14:tracePt t="74830" x="8550275" y="4572000"/>
          <p14:tracePt t="74836" x="8550275" y="4560888"/>
          <p14:tracePt t="74843" x="8543925" y="4549775"/>
          <p14:tracePt t="74850" x="8539163" y="4532313"/>
          <p14:tracePt t="74857" x="8532813" y="4514850"/>
          <p14:tracePt t="74864" x="8532813" y="4492625"/>
          <p14:tracePt t="74871" x="8532813" y="4468813"/>
          <p14:tracePt t="74878" x="8526463" y="4446588"/>
          <p14:tracePt t="74885" x="8526463" y="4424363"/>
          <p14:tracePt t="74892" x="8526463" y="4400550"/>
          <p14:tracePt t="74898" x="8526463" y="4371975"/>
          <p14:tracePt t="74905" x="8526463" y="4349750"/>
          <p14:tracePt t="74913" x="8526463" y="4327525"/>
          <p14:tracePt t="74919" x="8532813" y="4303713"/>
          <p14:tracePt t="74926" x="8543925" y="4292600"/>
          <p14:tracePt t="74933" x="8555038" y="4270375"/>
          <p14:tracePt t="74940" x="8572500" y="4252913"/>
          <p14:tracePt t="74947" x="8594725" y="4235450"/>
          <p14:tracePt t="74954" x="8618538" y="4217988"/>
          <p14:tracePt t="74961" x="8636000" y="4206875"/>
          <p14:tracePt t="74968" x="8664575" y="4189413"/>
          <p14:tracePt t="74975" x="8680450" y="4184650"/>
          <p14:tracePt t="74982" x="8715375" y="4173538"/>
          <p14:tracePt t="74989" x="8743950" y="4167188"/>
          <p14:tracePt t="74996" x="8772525" y="4160838"/>
          <p14:tracePt t="75002" x="8805863" y="4149725"/>
          <p14:tracePt t="75010" x="8840788" y="4149725"/>
          <p14:tracePt t="75016" x="8874125" y="4144963"/>
          <p14:tracePt t="75023" x="8909050" y="4144963"/>
          <p14:tracePt t="75030" x="8948738" y="4144963"/>
          <p14:tracePt t="75037" x="8994775" y="4144963"/>
          <p14:tracePt t="75044" x="9039225" y="4144963"/>
          <p14:tracePt t="75051" x="9091613" y="4144963"/>
          <p14:tracePt t="75058" x="9137650" y="4144963"/>
          <p14:tracePt t="75065" x="9177338" y="4144963"/>
          <p14:tracePt t="75072" x="9217025" y="4144963"/>
          <p14:tracePt t="75079" x="9256713" y="4144963"/>
          <p14:tracePt t="75086" x="9302750" y="4149725"/>
          <p14:tracePt t="75093" x="9353550" y="4149725"/>
          <p14:tracePt t="75100" x="9399588" y="4149725"/>
          <p14:tracePt t="75107" x="9450388" y="4149725"/>
          <p14:tracePt t="75114" x="9525000" y="4156075"/>
          <p14:tracePt t="75121" x="9604375" y="4167188"/>
          <p14:tracePt t="75128" x="9707563" y="4178300"/>
          <p14:tracePt t="75135" x="9815513" y="4202113"/>
          <p14:tracePt t="75142" x="9969500" y="4217988"/>
          <p14:tracePt t="75149" x="10117138" y="4246563"/>
          <p14:tracePt t="75155" x="10282238" y="4275138"/>
          <p14:tracePt t="75163" x="10414000" y="4298950"/>
          <p14:tracePt t="75170" x="10567988" y="4321175"/>
          <p14:tracePt t="75176" x="10682288" y="4338638"/>
          <p14:tracePt t="75183" x="10779125" y="4356100"/>
          <p14:tracePt t="75190" x="10847388" y="4367213"/>
          <p14:tracePt t="75197" x="10887075" y="4371975"/>
          <p14:tracePt t="75205" x="10904538" y="4371975"/>
          <p14:tracePt t="75275" x="10904538" y="4378325"/>
          <p14:tracePt t="75276" x="10904538" y="4383088"/>
          <p14:tracePt t="75282" x="10904538" y="4389438"/>
          <p14:tracePt t="75282" x="10904538" y="4395788"/>
          <p14:tracePt t="75288" x="10904538" y="4406900"/>
          <p14:tracePt t="75294" x="10904538" y="4435475"/>
          <p14:tracePt t="75302" x="10891838" y="4464050"/>
          <p14:tracePt t="75315" x="10863263" y="4532313"/>
          <p14:tracePt t="75322" x="10847388" y="4565650"/>
          <p14:tracePt t="75329" x="10823575" y="4594225"/>
          <p14:tracePt t="75343" x="10801350" y="4646613"/>
          <p14:tracePt t="75350" x="10783888" y="4662488"/>
          <p14:tracePt t="75357" x="10779125" y="4675188"/>
          <p14:tracePt t="75364" x="10766425" y="4686300"/>
          <p14:tracePt t="75371" x="10761663" y="4691063"/>
          <p14:tracePt t="75378" x="10750550" y="4697413"/>
          <p14:tracePt t="75385" x="10737850" y="4708525"/>
          <p14:tracePt t="75391" x="10721975" y="4714875"/>
          <p14:tracePt t="75399" x="10698163" y="4719638"/>
          <p14:tracePt t="75405" x="10675938" y="4725988"/>
          <p14:tracePt t="75419" x="10596563" y="4748213"/>
          <p14:tracePt t="75426" x="10533063" y="4760913"/>
          <p14:tracePt t="75433" x="10464800" y="4772025"/>
          <p14:tracePt t="75440" x="10374313" y="4783138"/>
          <p14:tracePt t="75447" x="10271125" y="4794250"/>
          <p14:tracePt t="75454" x="10139363" y="4800600"/>
          <p14:tracePt t="75461" x="10020300" y="4800600"/>
          <p14:tracePt t="75468" x="9901238" y="4800600"/>
          <p14:tracePt t="75475" x="9809163" y="4800600"/>
          <p14:tracePt t="75482" x="9661525" y="4794250"/>
          <p14:tracePt t="75489" x="9553575" y="4787900"/>
          <p14:tracePt t="75496" x="9439275" y="4776788"/>
          <p14:tracePt t="75502" x="9324975" y="4776788"/>
          <p14:tracePt t="75509" x="9221788" y="4772025"/>
          <p14:tracePt t="75516" x="9148763" y="4765675"/>
          <p14:tracePt t="75523" x="9091613" y="4760913"/>
          <p14:tracePt t="75530" x="9028113" y="4760913"/>
          <p14:tracePt t="75537" x="8983663" y="4760913"/>
          <p14:tracePt t="75544" x="8942388" y="4760913"/>
          <p14:tracePt t="75551" x="8920163" y="4760913"/>
          <p14:tracePt t="75558" x="8897938" y="4760913"/>
          <p14:tracePt t="75565" x="8874125" y="4760913"/>
          <p14:tracePt t="75572" x="8858250" y="4760913"/>
          <p14:tracePt t="75579" x="8829675" y="4760913"/>
          <p14:tracePt t="75586" x="8805863" y="4754563"/>
          <p14:tracePt t="75593" x="8777288" y="4754563"/>
          <p14:tracePt t="75600" x="8748713" y="4754563"/>
          <p14:tracePt t="75607" x="8726488" y="4754563"/>
          <p14:tracePt t="75614" x="8697913" y="4754563"/>
          <p14:tracePt t="75621" x="8675688" y="4754563"/>
          <p14:tracePt t="75628" x="8651875" y="4754563"/>
          <p14:tracePt t="75634" x="8629650" y="4754563"/>
          <p14:tracePt t="75642" x="8612188" y="4748213"/>
          <p14:tracePt t="75656" x="8594725" y="4743450"/>
          <p14:tracePt t="75843" x="8594725" y="4737100"/>
          <p14:tracePt t="75847" x="8594725" y="4732338"/>
          <p14:tracePt t="75854" x="8594725" y="4714875"/>
          <p14:tracePt t="75860" x="8589963" y="4686300"/>
          <p14:tracePt t="75869" x="8583613" y="4646613"/>
          <p14:tracePt t="75878" x="8572500" y="4594225"/>
          <p14:tracePt t="75886" x="8572500" y="4560888"/>
          <p14:tracePt t="75892" x="8566150" y="4525963"/>
          <p14:tracePt t="75899" x="8566150" y="4497388"/>
          <p14:tracePt t="75913" x="8566150" y="4440238"/>
          <p14:tracePt t="75923" x="8566150" y="4400550"/>
          <p14:tracePt t="75929" x="8566150" y="4378325"/>
          <p14:tracePt t="75934" x="8566150" y="4360863"/>
          <p14:tracePt t="75940" x="8566150" y="4343400"/>
          <p14:tracePt t="75947" x="8566150" y="4321175"/>
          <p14:tracePt t="75954" x="8566150" y="4314825"/>
          <p14:tracePt t="75961" x="8566150" y="4310063"/>
          <p14:tracePt t="75968" x="8566150" y="4303713"/>
          <p14:tracePt t="75982" x="8572500" y="4286250"/>
          <p14:tracePt t="75989" x="8578850" y="4281488"/>
          <p14:tracePt t="75996" x="8594725" y="4275138"/>
          <p14:tracePt t="76003" x="8618538" y="4270375"/>
          <p14:tracePt t="76010" x="8640763" y="4264025"/>
          <p14:tracePt t="76017" x="8669338" y="4252913"/>
          <p14:tracePt t="76024" x="8704263" y="4246563"/>
          <p14:tracePt t="76030" x="8743950" y="4241800"/>
          <p14:tracePt t="76038" x="8783638" y="4230688"/>
          <p14:tracePt t="76044" x="8829675" y="4213225"/>
          <p14:tracePt t="76051" x="8869363" y="4202113"/>
          <p14:tracePt t="76058" x="8902700" y="4189413"/>
          <p14:tracePt t="76065" x="8937625" y="4184650"/>
          <p14:tracePt t="76072" x="8966200" y="4173538"/>
          <p14:tracePt t="76079" x="8999538" y="4167188"/>
          <p14:tracePt t="76086" x="9045575" y="4167188"/>
          <p14:tracePt t="76093" x="9091613" y="4156075"/>
          <p14:tracePt t="76100" x="9131300" y="4156075"/>
          <p14:tracePt t="76107" x="9177338" y="4156075"/>
          <p14:tracePt t="76114" x="9228138" y="4156075"/>
          <p14:tracePt t="76121" x="9274175" y="4156075"/>
          <p14:tracePt t="76128" x="9318625" y="4149725"/>
          <p14:tracePt t="76135" x="9364663" y="4149725"/>
          <p14:tracePt t="76141" x="9428163" y="4149725"/>
          <p14:tracePt t="76148" x="9467850" y="4149725"/>
          <p14:tracePt t="76155" x="9512300" y="4149725"/>
          <p14:tracePt t="76162" x="9564688" y="4149725"/>
          <p14:tracePt t="76169" x="9598025" y="4149725"/>
          <p14:tracePt t="76176" x="9650413" y="4149725"/>
          <p14:tracePt t="76183" x="9701213" y="4149725"/>
          <p14:tracePt t="76190" x="9747250" y="4149725"/>
          <p14:tracePt t="76197" x="9804400" y="4149725"/>
          <p14:tracePt t="76204" x="9855200" y="4149725"/>
          <p14:tracePt t="76211" x="9912350" y="4149725"/>
          <p14:tracePt t="76218" x="9980613" y="4144963"/>
          <p14:tracePt t="76225" x="10037763" y="4138613"/>
          <p14:tracePt t="76232" x="10099675" y="4132263"/>
          <p14:tracePt t="76239" x="10167938" y="4132263"/>
          <p14:tracePt t="76246" x="10213975" y="4132263"/>
          <p14:tracePt t="76253" x="10253663" y="4132263"/>
          <p14:tracePt t="76260" x="10282238" y="4132263"/>
          <p14:tracePt t="76266" x="10299700" y="4132263"/>
          <p14:tracePt t="76273" x="10321925" y="4132263"/>
          <p14:tracePt t="76281" x="10334625" y="4138613"/>
          <p14:tracePt t="76287" x="10356850" y="4144963"/>
          <p14:tracePt t="76295" x="10361613" y="4149725"/>
          <p14:tracePt t="76296" x="10367963" y="4156075"/>
          <p14:tracePt t="76297" x="10374313" y="4156075"/>
          <p14:tracePt t="76301" x="10379075" y="4160838"/>
          <p14:tracePt t="76308" x="10396538" y="4178300"/>
          <p14:tracePt t="76315" x="10418763" y="4189413"/>
          <p14:tracePt t="76322" x="10442575" y="4202113"/>
          <p14:tracePt t="76329" x="10464800" y="4217988"/>
          <p14:tracePt t="76336" x="10493375" y="4235450"/>
          <p14:tracePt t="76350" x="10556875" y="4270375"/>
          <p14:tracePt t="76351" x="10561638" y="4275138"/>
          <p14:tracePt t="76352" x="10567988" y="4275138"/>
          <p14:tracePt t="76357" x="10583863" y="4292600"/>
          <p14:tracePt t="76364" x="10612438" y="4310063"/>
          <p14:tracePt t="76378" x="10653713" y="4349750"/>
          <p14:tracePt t="76385" x="10675938" y="4360863"/>
          <p14:tracePt t="76392" x="10693400" y="4378325"/>
          <p14:tracePt t="76399" x="10704513" y="4395788"/>
          <p14:tracePt t="76405" x="10715625" y="4406900"/>
          <p14:tracePt t="76412" x="10721975" y="4418013"/>
          <p14:tracePt t="76419" x="10733088" y="4429125"/>
          <p14:tracePt t="76426" x="10737850" y="4446588"/>
          <p14:tracePt t="76433" x="10750550" y="4464050"/>
          <p14:tracePt t="76440" x="10755313" y="4475163"/>
          <p14:tracePt t="76455" x="10766425" y="4508500"/>
          <p14:tracePt t="76463" x="10772775" y="4525963"/>
          <p14:tracePt t="76471" x="10779125" y="4543425"/>
          <p14:tracePt t="76480" x="10783888" y="4560888"/>
          <p14:tracePt t="76488" x="10790238" y="4583113"/>
          <p14:tracePt t="76494" x="10790238" y="4594225"/>
          <p14:tracePt t="76499" x="10790238" y="4611688"/>
          <p14:tracePt t="76504" x="10795000" y="4622800"/>
          <p14:tracePt t="76510" x="10795000" y="4635500"/>
          <p14:tracePt t="76524" x="10795000" y="4657725"/>
          <p14:tracePt t="76530" x="10795000" y="4668838"/>
          <p14:tracePt t="76537" x="10795000" y="4675188"/>
          <p14:tracePt t="76542" x="10795000" y="4679950"/>
          <p14:tracePt t="76547" x="10795000" y="4691063"/>
          <p14:tracePt t="76554" x="10790238" y="4697413"/>
          <p14:tracePt t="76559" x="10790238" y="4703763"/>
          <p14:tracePt t="76566" x="10790238" y="4708525"/>
          <p14:tracePt t="76572" x="10783888" y="4714875"/>
          <p14:tracePt t="76586" x="10772775" y="4725988"/>
          <p14:tracePt t="76593" x="10761663" y="4737100"/>
          <p14:tracePt t="76600" x="10750550" y="4748213"/>
          <p14:tracePt t="76607" x="10733088" y="4760913"/>
          <p14:tracePt t="76614" x="10721975" y="4772025"/>
          <p14:tracePt t="76621" x="10704513" y="4787900"/>
          <p14:tracePt t="76628" x="10682288" y="4805363"/>
          <p14:tracePt t="76635" x="10653713" y="4816475"/>
          <p14:tracePt t="76641" x="10618788" y="4829175"/>
          <p14:tracePt t="76649" x="10579100" y="4851400"/>
          <p14:tracePt t="76655" x="10521950" y="4868863"/>
          <p14:tracePt t="76662" x="10453688" y="4891088"/>
          <p14:tracePt t="76669" x="10361613" y="4902200"/>
          <p14:tracePt t="76676" x="10277475" y="4926013"/>
          <p14:tracePt t="76683" x="10174288" y="4941888"/>
          <p14:tracePt t="76690" x="10066338" y="4954588"/>
          <p14:tracePt t="76697" x="9952038" y="4954588"/>
          <p14:tracePt t="76704" x="9844088" y="4954588"/>
          <p14:tracePt t="76711" x="9740900" y="4959350"/>
          <p14:tracePt t="76718" x="9610725" y="4959350"/>
          <p14:tracePt t="76725" x="9512300" y="4959350"/>
          <p14:tracePt t="76732" x="9415463" y="4954588"/>
          <p14:tracePt t="76739" x="9285288" y="4941888"/>
          <p14:tracePt t="76746" x="9164638" y="4930775"/>
          <p14:tracePt t="76753" x="9063038" y="4926013"/>
          <p14:tracePt t="76760" x="8942388" y="4908550"/>
          <p14:tracePt t="76766" x="8845550" y="4902200"/>
          <p14:tracePt t="76774" x="8720138" y="4897438"/>
          <p14:tracePt t="76780" x="8612188" y="4891088"/>
          <p14:tracePt t="76788" x="8493125" y="4886325"/>
          <p14:tracePt t="76794" x="8407400" y="4886325"/>
          <p14:tracePt t="76801" x="8321675" y="4886325"/>
          <p14:tracePt t="76808" x="8253413" y="4886325"/>
          <p14:tracePt t="76815" x="8189913" y="4886325"/>
          <p14:tracePt t="76823" x="8145463" y="4886325"/>
          <p14:tracePt t="76829" x="8110538" y="4873625"/>
          <p14:tracePt t="76836" x="8081963" y="4873625"/>
          <p14:tracePt t="76843" x="8066088" y="4868863"/>
          <p14:tracePt t="76850" x="8059738" y="4862513"/>
          <p14:tracePt t="76857" x="8053388" y="4862513"/>
          <p14:tracePt t="76886" x="8053388" y="4857750"/>
          <p14:tracePt t="76888" x="8053388" y="4851400"/>
          <p14:tracePt t="76893" x="8048625" y="4845050"/>
          <p14:tracePt t="76899" x="8042275" y="4829175"/>
          <p14:tracePt t="76906" x="8042275" y="4805363"/>
          <p14:tracePt t="76913" x="8037513" y="4776788"/>
          <p14:tracePt t="76919" x="8037513" y="4743450"/>
          <p14:tracePt t="76926" x="8037513" y="4708525"/>
          <p14:tracePt t="76933" x="8042275" y="4675188"/>
          <p14:tracePt t="76940" x="8048625" y="4635500"/>
          <p14:tracePt t="76947" x="8066088" y="4594225"/>
          <p14:tracePt t="76955" x="8081963" y="4560888"/>
          <p14:tracePt t="76961" x="8093075" y="4532313"/>
          <p14:tracePt t="76968" x="8105775" y="4508500"/>
          <p14:tracePt t="76976" x="8116888" y="4497388"/>
          <p14:tracePt t="76982" x="8134350" y="4486275"/>
          <p14:tracePt t="76989" x="8156575" y="4464050"/>
          <p14:tracePt t="76996" x="8178800" y="4440238"/>
          <p14:tracePt t="77003" x="8207375" y="4411663"/>
          <p14:tracePt t="77010" x="8235950" y="4383088"/>
          <p14:tracePt t="77016" x="8264525" y="4356100"/>
          <p14:tracePt t="77024" x="8288338" y="4314825"/>
          <p14:tracePt t="77031" x="8328025" y="4281488"/>
          <p14:tracePt t="77038" x="8361363" y="4246563"/>
          <p14:tracePt t="77045" x="8401050" y="4213225"/>
          <p14:tracePt t="77052" x="8429625" y="4178300"/>
          <p14:tracePt t="77058" x="8475663" y="4144963"/>
          <p14:tracePt t="77065" x="8515350" y="4110038"/>
          <p14:tracePt t="77072" x="8561388" y="4070350"/>
          <p14:tracePt t="77079" x="8601075" y="4035425"/>
          <p14:tracePt t="77093" x="8697913" y="3973513"/>
          <p14:tracePt t="77100" x="8743950" y="3956050"/>
          <p14:tracePt t="77107" x="8794750" y="3933825"/>
          <p14:tracePt t="77114" x="8840788" y="3922713"/>
          <p14:tracePt t="77121" x="8886825" y="3910013"/>
          <p14:tracePt t="77128" x="8926513" y="3905250"/>
          <p14:tracePt t="77135" x="8966200" y="3898900"/>
          <p14:tracePt t="77142" x="8999538" y="3894138"/>
          <p14:tracePt t="77149" x="9034463" y="3887788"/>
          <p14:tracePt t="77155" x="9080500" y="3887788"/>
          <p14:tracePt t="77163" x="9120188" y="3887788"/>
          <p14:tracePt t="77169" x="9164638" y="3887788"/>
          <p14:tracePt t="77176" x="9217025" y="3887788"/>
          <p14:tracePt t="77183" x="9274175" y="3887788"/>
          <p14:tracePt t="77190" x="9347200" y="3894138"/>
          <p14:tracePt t="77197" x="9432925" y="3910013"/>
          <p14:tracePt t="77204" x="9529763" y="3927475"/>
          <p14:tracePt t="77211" x="9626600" y="3944938"/>
          <p14:tracePt t="77218" x="9747250" y="3967163"/>
          <p14:tracePt t="77225" x="9837738" y="3984625"/>
          <p14:tracePt t="77232" x="9929813" y="4002088"/>
          <p14:tracePt t="77239" x="10026650" y="4024313"/>
          <p14:tracePt t="77246" x="10128250" y="4048125"/>
          <p14:tracePt t="77253" x="10231438" y="4076700"/>
          <p14:tracePt t="77260" x="10317163" y="4098925"/>
          <p14:tracePt t="77266" x="10385425" y="4121150"/>
          <p14:tracePt t="77273" x="10447338" y="4138613"/>
          <p14:tracePt t="77281" x="10510838" y="4160838"/>
          <p14:tracePt t="77288" x="10556875" y="4178300"/>
          <p14:tracePt t="77294" x="10579100" y="4184650"/>
          <p14:tracePt t="77301" x="10607675" y="4189413"/>
          <p14:tracePt t="77308" x="10618788" y="4195763"/>
          <p14:tracePt t="77315" x="10629900" y="4195763"/>
          <p14:tracePt t="77323" x="10636250" y="4195763"/>
          <p14:tracePt t="77334" x="10636250" y="4202113"/>
          <p14:tracePt t="77366" x="10641013" y="4202113"/>
          <p14:tracePt t="77369" x="10641013" y="4206875"/>
          <p14:tracePt t="77372" x="10647363" y="4206875"/>
          <p14:tracePt t="77378" x="10653713" y="4213225"/>
          <p14:tracePt t="77385" x="10664825" y="4230688"/>
          <p14:tracePt t="77391" x="10675938" y="4241800"/>
          <p14:tracePt t="77398" x="10687050" y="4264025"/>
          <p14:tracePt t="77406" x="10704513" y="4292600"/>
          <p14:tracePt t="77407" x="10704513" y="4298950"/>
          <p14:tracePt t="77407" x="10704513" y="4310063"/>
          <p14:tracePt t="77412" x="10709275" y="4321175"/>
          <p14:tracePt t="77419" x="10715625" y="4356100"/>
          <p14:tracePt t="77426" x="10721975" y="4395788"/>
          <p14:tracePt t="77433" x="10721975" y="4424363"/>
          <p14:tracePt t="77440" x="10726738" y="4457700"/>
          <p14:tracePt t="77447" x="10726738" y="4492625"/>
          <p14:tracePt t="77454" x="10726738" y="4514850"/>
          <p14:tracePt t="77461" x="10726738" y="4537075"/>
          <p14:tracePt t="77468" x="10726738" y="4549775"/>
          <p14:tracePt t="77482" x="10715625" y="4589463"/>
          <p14:tracePt t="77489" x="10709275" y="4611688"/>
          <p14:tracePt t="77496" x="10704513" y="4629150"/>
          <p14:tracePt t="77503" x="10698163" y="4640263"/>
          <p14:tracePt t="77510" x="10687050" y="4657725"/>
          <p14:tracePt t="77517" x="10682288" y="4679950"/>
          <p14:tracePt t="77524" x="10675938" y="4703763"/>
          <p14:tracePt t="77531" x="10658475" y="4725988"/>
          <p14:tracePt t="77538" x="10647363" y="4748213"/>
          <p14:tracePt t="77544" x="10629900" y="4772025"/>
          <p14:tracePt t="77551" x="10612438" y="4794250"/>
          <p14:tracePt t="77558" x="10601325" y="4816475"/>
          <p14:tracePt t="77565" x="10579100" y="4829175"/>
          <p14:tracePt t="77572" x="10556875" y="4845050"/>
          <p14:tracePt t="77579" x="10528300" y="4862513"/>
          <p14:tracePt t="77586" x="10487025" y="4879975"/>
          <p14:tracePt t="77593" x="10453688" y="4891088"/>
          <p14:tracePt t="77602" x="10396538" y="4908550"/>
          <p14:tracePt t="77611" x="10317163" y="4926013"/>
          <p14:tracePt t="77618" x="10248900" y="4930775"/>
          <p14:tracePt t="77626" x="10167938" y="4937125"/>
          <p14:tracePt t="77634" x="10083800" y="4941888"/>
          <p14:tracePt t="77641" x="9998075" y="4941888"/>
          <p14:tracePt t="77648" x="9906000" y="4941888"/>
          <p14:tracePt t="77654" x="9809163" y="4941888"/>
          <p14:tracePt t="77664" x="9661525" y="4941888"/>
          <p14:tracePt t="77672" x="9490075" y="4941888"/>
          <p14:tracePt t="77678" x="9347200" y="4941888"/>
          <p14:tracePt t="77683" x="9234488" y="4941888"/>
          <p14:tracePt t="77690" x="9091613" y="4941888"/>
          <p14:tracePt t="77697" x="8942388" y="4941888"/>
          <p14:tracePt t="77704" x="8801100" y="4941888"/>
          <p14:tracePt t="77711" x="8669338" y="4926013"/>
          <p14:tracePt t="77725" x="8447088" y="4891088"/>
          <p14:tracePt t="77726" x="8435975" y="4886325"/>
          <p14:tracePt t="77727" x="8424863" y="4886325"/>
          <p14:tracePt t="77732" x="8361363" y="4873625"/>
          <p14:tracePt t="77739" x="8304213" y="4857750"/>
          <p14:tracePt t="77746" x="8270875" y="4845050"/>
          <p14:tracePt t="77753" x="8242300" y="4833938"/>
          <p14:tracePt t="77760" x="8235950" y="4833938"/>
          <p14:tracePt t="77766" x="8231188" y="4833938"/>
          <p14:tracePt t="77811" x="8231188" y="4829175"/>
          <p14:tracePt t="77818" x="8231188" y="4822825"/>
          <p14:tracePt t="77821" x="8231188" y="4811713"/>
          <p14:tracePt t="77825" x="8231188" y="4805363"/>
          <p14:tracePt t="77830" x="8231188" y="4787900"/>
          <p14:tracePt t="77843" x="8264525" y="4686300"/>
          <p14:tracePt t="77850" x="8293100" y="4629150"/>
          <p14:tracePt t="77857" x="8315325" y="4583113"/>
          <p14:tracePt t="77864" x="8367713" y="4521200"/>
          <p14:tracePt t="77871" x="8429625" y="4457700"/>
          <p14:tracePt t="77878" x="8497888" y="4400550"/>
          <p14:tracePt t="77884" x="8561388" y="4343400"/>
          <p14:tracePt t="77891" x="8640763" y="4292600"/>
          <p14:tracePt t="77898" x="8709025" y="4246563"/>
          <p14:tracePt t="77905" x="8801100" y="4206875"/>
          <p14:tracePt t="77912" x="8886825" y="4173538"/>
          <p14:tracePt t="77919" x="8977313" y="4156075"/>
          <p14:tracePt t="77926" x="9056688" y="4144963"/>
          <p14:tracePt t="77933" x="9164638" y="4138613"/>
          <p14:tracePt t="77940" x="9267825" y="4138613"/>
          <p14:tracePt t="77947" x="9371013" y="4144963"/>
          <p14:tracePt t="77954" x="9461500" y="4156075"/>
          <p14:tracePt t="77961" x="9569450" y="4167188"/>
          <p14:tracePt t="77968" x="9650413" y="4184650"/>
          <p14:tracePt t="77975" x="9723438" y="4189413"/>
          <p14:tracePt t="77982" x="9791700" y="4195763"/>
          <p14:tracePt t="77989" x="9844088" y="4202113"/>
          <p14:tracePt t="77996" x="9883775" y="4206875"/>
          <p14:tracePt t="78003" x="9912350" y="4206875"/>
          <p14:tracePt t="78010" x="9929813" y="4206875"/>
          <p14:tracePt t="78016" x="9940925" y="4206875"/>
          <p14:tracePt t="78023" x="9945688" y="4206875"/>
          <p14:tracePt t="78030" x="9952038" y="4206875"/>
          <p14:tracePt t="78042" x="9958388" y="4206875"/>
          <p14:tracePt t="78045" x="9958388" y="4213225"/>
          <p14:tracePt t="78051" x="9963150" y="4213225"/>
          <p14:tracePt t="78058" x="9963150" y="4217988"/>
          <p14:tracePt t="78065" x="9969500" y="4224338"/>
          <p14:tracePt t="78072" x="9974263" y="4235450"/>
          <p14:tracePt t="78079" x="9985375" y="4246563"/>
          <p14:tracePt t="78086" x="9991725" y="4257675"/>
          <p14:tracePt t="78093" x="9991725" y="4275138"/>
          <p14:tracePt t="78100" x="9998075" y="4281488"/>
          <p14:tracePt t="78107" x="9998075" y="4286250"/>
          <p14:tracePt t="78114" x="9998075" y="4298950"/>
          <p14:tracePt t="78121" x="9998075" y="4303713"/>
          <p14:tracePt t="78128" x="9991725" y="4310063"/>
          <p14:tracePt t="78135" x="9974263" y="4327525"/>
          <p14:tracePt t="78142" x="9952038" y="4360863"/>
          <p14:tracePt t="78149" x="9901238" y="4400550"/>
          <p14:tracePt t="78156" x="9837738" y="4452938"/>
          <p14:tracePt t="78163" x="9775825" y="4492625"/>
          <p14:tracePt t="78170" x="9678988" y="4549775"/>
          <p14:tracePt t="78177" x="9553575" y="4611688"/>
          <p14:tracePt t="78183" x="9456738" y="4657725"/>
          <p14:tracePt t="78190" x="9359900" y="4697413"/>
          <p14:tracePt t="78197" x="9285288" y="4714875"/>
          <p14:tracePt t="78204" x="9221788" y="4725988"/>
          <p14:tracePt t="78211" x="9182100" y="4725988"/>
          <p14:tracePt t="78218" x="9159875" y="4714875"/>
          <p14:tracePt t="78225" x="9148763" y="4708525"/>
          <p14:tracePt t="78232" x="9142413" y="4703763"/>
          <p14:tracePt t="78381" x="9142413" y="4708525"/>
          <p14:tracePt t="78383" x="9142413" y="4714875"/>
          <p14:tracePt t="78386" x="9137650" y="4714875"/>
          <p14:tracePt t="78386" x="9137650" y="4725988"/>
          <p14:tracePt t="78392" x="9124950" y="4743450"/>
          <p14:tracePt t="78398" x="9085263" y="4811713"/>
          <p14:tracePt t="78405" x="9012238" y="4897438"/>
          <p14:tracePt t="78412" x="8886825" y="4999038"/>
          <p14:tracePt t="78419" x="8680450" y="5124450"/>
          <p14:tracePt t="78426" x="8372475" y="5273675"/>
          <p14:tracePt t="78433" x="7985125" y="5427663"/>
          <p14:tracePt t="78440" x="7615238" y="5553075"/>
          <p14:tracePt t="78447" x="6953250" y="5740400"/>
          <p14:tracePt t="78454" x="6411913" y="5889625"/>
          <p14:tracePt t="78461" x="5830888" y="6026150"/>
          <p14:tracePt t="78468" x="5346700" y="6134100"/>
          <p14:tracePt t="78475" x="4970463" y="6219825"/>
          <p14:tracePt t="78482" x="4605338" y="6299200"/>
          <p14:tracePt t="78489" x="4268788" y="6362700"/>
          <p14:tracePt t="78496" x="3978275" y="6418263"/>
          <p14:tracePt t="78503" x="3762375" y="6446838"/>
          <p14:tracePt t="78517" x="3522663" y="6459538"/>
          <p14:tracePt t="78523" x="3471863" y="6442075"/>
          <p14:tracePt t="78530" x="3443288" y="6402388"/>
          <p14:tracePt t="78538" x="3436938" y="6362700"/>
          <p14:tracePt t="78544" x="3436938" y="6276975"/>
          <p14:tracePt t="78551" x="3443288" y="6184900"/>
          <p14:tracePt t="78558" x="3511550" y="5929313"/>
          <p14:tracePt t="78565" x="3573463" y="5683250"/>
          <p14:tracePt t="78572" x="3652838" y="5399088"/>
          <p14:tracePt t="78579" x="3751263" y="5051425"/>
          <p14:tracePt t="78586" x="3813175" y="4776788"/>
          <p14:tracePt t="78593" x="3881438" y="4481513"/>
          <p14:tracePt t="78600" x="3944938" y="4246563"/>
          <p14:tracePt t="78607" x="4002088" y="4041775"/>
          <p14:tracePt t="78614" x="4064000" y="3830638"/>
          <p14:tracePt t="78621" x="4143375" y="3625850"/>
          <p14:tracePt t="78628" x="4224338" y="3425825"/>
          <p14:tracePt t="78635" x="4314825" y="3232150"/>
          <p14:tracePt t="78641" x="4433888" y="2998788"/>
          <p14:tracePt t="78648" x="4548188" y="2759075"/>
          <p14:tracePt t="78656" x="4684713" y="2490788"/>
          <p14:tracePt t="78663" x="4816475" y="2263775"/>
          <p14:tracePt t="78669" x="5003800" y="1938338"/>
          <p14:tracePt t="78676" x="5129213" y="1749425"/>
          <p14:tracePt t="78683" x="5283200" y="1533525"/>
          <p14:tracePt t="78691" x="5421313" y="1368425"/>
          <p14:tracePt t="78698" x="5511800" y="1265238"/>
          <p14:tracePt t="78711" x="5659438" y="1128713"/>
          <p14:tracePt t="78718" x="5705475" y="1093788"/>
          <p14:tracePt t="78725" x="5734050" y="1071563"/>
          <p14:tracePt t="78732" x="5745163" y="1060450"/>
          <p14:tracePt t="78739" x="5756275" y="1054100"/>
          <p14:tracePt t="78746" x="5756275" y="1049338"/>
          <p14:tracePt t="78861" x="5756275" y="1031875"/>
          <p14:tracePt t="78863" x="5756275" y="1025525"/>
          <p14:tracePt t="78866" x="5756275" y="1014413"/>
          <p14:tracePt t="78866" x="5756275" y="1009650"/>
          <p14:tracePt t="78867" x="5751513" y="996950"/>
          <p14:tracePt t="78871" x="5745163" y="981075"/>
          <p14:tracePt t="78878" x="5734050" y="928688"/>
          <p14:tracePt t="78892" x="5683250" y="803275"/>
          <p14:tracePt t="78899" x="5665788" y="741363"/>
          <p14:tracePt t="78906" x="5648325" y="666750"/>
          <p14:tracePt t="78913" x="5648325" y="598488"/>
          <p14:tracePt t="78919" x="5648325" y="512763"/>
          <p14:tracePt t="78926" x="5654675" y="422275"/>
          <p14:tracePt t="78933" x="5672138" y="336550"/>
          <p14:tracePt t="78940" x="5683250" y="268288"/>
          <p14:tracePt t="78947" x="5694363" y="200025"/>
          <p14:tracePt t="78955" x="5699125" y="136525"/>
          <p14:tracePt t="78961" x="5711825" y="85725"/>
          <p14:tracePt t="78968" x="5722938" y="2857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3C5B35F-5EDF-D327-1F3B-78CD12801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1963575"/>
            <a:ext cx="10388600" cy="4640637"/>
          </a:xfrm>
          <a:prstGeom prst="rect">
            <a:avLst/>
          </a:prstGeom>
        </p:spPr>
      </p:pic>
      <p:pic>
        <p:nvPicPr>
          <p:cNvPr id="13" name="Áudio 12">
            <a:hlinkClick r:id="" action="ppaction://media"/>
            <a:extLst>
              <a:ext uri="{FF2B5EF4-FFF2-40B4-BE49-F238E27FC236}">
                <a16:creationId xmlns:a16="http://schemas.microsoft.com/office/drawing/2014/main" id="{0E97F0E9-A3DA-5A50-2EE0-33EED8433E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6887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249"/>
    </mc:Choice>
    <mc:Fallback>
      <p:transition spd="slow" advTm="252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5" x="746125" y="3009900"/>
          <p14:tracePt t="148" x="752475" y="3009900"/>
          <p14:tracePt t="156" x="774700" y="2987675"/>
          <p14:tracePt t="166" x="831850" y="2935288"/>
          <p14:tracePt t="172" x="877888" y="2895600"/>
          <p14:tracePt t="178" x="917575" y="2867025"/>
          <p14:tracePt t="184" x="946150" y="2851150"/>
          <p14:tracePt t="191" x="981075" y="2827338"/>
          <p14:tracePt t="199" x="1009650" y="2805113"/>
          <p14:tracePt t="200" x="1020763" y="2798763"/>
          <p14:tracePt t="200" x="1020763" y="2794000"/>
          <p14:tracePt t="204" x="1036638" y="2781300"/>
          <p14:tracePt t="212" x="1060450" y="2759075"/>
          <p14:tracePt t="218" x="1089025" y="2736850"/>
          <p14:tracePt t="226" x="1111250" y="2719388"/>
          <p14:tracePt t="232" x="1146175" y="2684463"/>
          <p14:tracePt t="239" x="1168400" y="2662238"/>
          <p14:tracePt t="246" x="1190625" y="2640013"/>
          <p14:tracePt t="253" x="1203325" y="2622550"/>
          <p14:tracePt t="261" x="1208088" y="2600325"/>
          <p14:tracePt t="267" x="1214438" y="2571750"/>
          <p14:tracePt t="281" x="1231900" y="2490788"/>
          <p14:tracePt t="288" x="1243013" y="2446338"/>
          <p14:tracePt t="295" x="1247775" y="2382838"/>
          <p14:tracePt t="302" x="1247775" y="2332038"/>
          <p14:tracePt t="309" x="1247775" y="2286000"/>
          <p14:tracePt t="316" x="1236663" y="2251075"/>
          <p14:tracePt t="323" x="1231900" y="2217738"/>
          <p14:tracePt t="329" x="1219200" y="2189163"/>
          <p14:tracePt t="337" x="1214438" y="2154238"/>
          <p14:tracePt t="344" x="1203325" y="2120900"/>
          <p14:tracePt t="351" x="1196975" y="2085975"/>
          <p14:tracePt t="357" x="1185863" y="2063750"/>
          <p14:tracePt t="364" x="1174750" y="2035175"/>
          <p14:tracePt t="371" x="1150938" y="2006600"/>
          <p14:tracePt t="378" x="1139825" y="1984375"/>
          <p14:tracePt t="385" x="1122363" y="1955800"/>
          <p14:tracePt t="392" x="1111250" y="1931988"/>
          <p14:tracePt t="399" x="1100138" y="1916113"/>
          <p14:tracePt t="406" x="1082675" y="1898650"/>
          <p14:tracePt t="413" x="1065213" y="1881188"/>
          <p14:tracePt t="420" x="1060450" y="1870075"/>
          <p14:tracePt t="421" x="1054100" y="1863725"/>
          <p14:tracePt t="427" x="1042988" y="1858963"/>
          <p14:tracePt t="434" x="1031875" y="1846263"/>
          <p14:tracePt t="441" x="1009650" y="1835150"/>
          <p14:tracePt t="448" x="992188" y="1819275"/>
          <p14:tracePt t="454" x="968375" y="1806575"/>
          <p14:tracePt t="462" x="946150" y="1795463"/>
          <p14:tracePt t="469" x="917575" y="1790700"/>
          <p14:tracePt t="475" x="895350" y="1773238"/>
          <p14:tracePt t="482" x="871538" y="1773238"/>
          <p14:tracePt t="489" x="849313" y="1766888"/>
          <p14:tracePt t="496" x="827088" y="1762125"/>
          <p14:tracePt t="503" x="803275" y="1762125"/>
          <p14:tracePt t="510" x="781050" y="1762125"/>
          <p14:tracePt t="517" x="763588" y="1762125"/>
          <p14:tracePt t="524" x="752475" y="1766888"/>
          <p14:tracePt t="531" x="730250" y="1778000"/>
          <p14:tracePt t="538" x="712788" y="1784350"/>
          <p14:tracePt t="545" x="695325" y="1801813"/>
          <p14:tracePt t="552" x="677863" y="1819275"/>
          <p14:tracePt t="559" x="660400" y="1830388"/>
          <p14:tracePt t="566" x="644525" y="1846263"/>
          <p14:tracePt t="573" x="627063" y="1858963"/>
          <p14:tracePt t="580" x="615950" y="1870075"/>
          <p14:tracePt t="587" x="604838" y="1870075"/>
          <p14:tracePt t="593" x="598488" y="1874838"/>
          <p14:tracePt t="601" x="587375" y="1874838"/>
          <p14:tracePt t="675" x="592138" y="1874838"/>
          <p14:tracePt t="680" x="592138" y="1881188"/>
          <p14:tracePt t="694" x="598488" y="1881188"/>
          <p14:tracePt t="708" x="598488" y="1887538"/>
          <p14:tracePt t="713" x="604838" y="1887538"/>
          <p14:tracePt t="738" x="609600" y="1887538"/>
          <p14:tracePt t="766" x="609600" y="1892300"/>
          <p14:tracePt t="790" x="609600" y="1898650"/>
          <p14:tracePt t="797" x="609600" y="1903413"/>
          <p14:tracePt t="800" x="609600" y="1909763"/>
          <p14:tracePt t="808" x="609600" y="1916113"/>
          <p14:tracePt t="825" x="609600" y="1920875"/>
          <p14:tracePt t="851" x="604838" y="1920875"/>
          <p14:tracePt t="859" x="604838" y="1927225"/>
          <p14:tracePt t="862" x="604838" y="1931988"/>
          <p14:tracePt t="868" x="604838" y="1938338"/>
          <p14:tracePt t="871" x="598488" y="1938338"/>
          <p14:tracePt t="878" x="598488" y="1949450"/>
          <p14:tracePt t="886" x="592138" y="1960563"/>
          <p14:tracePt t="892" x="587375" y="1966913"/>
          <p14:tracePt t="906" x="581025" y="1984375"/>
          <p14:tracePt t="913" x="576263" y="1989138"/>
          <p14:tracePt t="920" x="569913" y="1995488"/>
          <p14:tracePt t="927" x="563563" y="2000250"/>
          <p14:tracePt t="934" x="558800" y="2006600"/>
          <p14:tracePt t="940" x="547688" y="2012950"/>
          <p14:tracePt t="948" x="541338" y="2017713"/>
          <p14:tracePt t="954" x="536575" y="2028825"/>
          <p14:tracePt t="962" x="530225" y="2028825"/>
          <p14:tracePt t="968" x="530225" y="2035175"/>
          <p14:tracePt t="975" x="523875" y="2041525"/>
          <p14:tracePt t="982" x="519113" y="2041525"/>
          <p14:tracePt t="989" x="519113" y="2046288"/>
          <p14:tracePt t="998" x="519113" y="2052638"/>
          <p14:tracePt t="1003" x="512763" y="2052638"/>
          <p14:tracePt t="1010" x="512763" y="2057400"/>
          <p14:tracePt t="1017" x="508000" y="2057400"/>
          <p14:tracePt t="1024" x="501650" y="2063750"/>
          <p14:tracePt t="1031" x="495300" y="2074863"/>
          <p14:tracePt t="1038" x="490538" y="2081213"/>
          <p14:tracePt t="1045" x="484188" y="2092325"/>
          <p14:tracePt t="1052" x="479425" y="2103438"/>
          <p14:tracePt t="1059" x="473075" y="2114550"/>
          <p14:tracePt t="1066" x="466725" y="2132013"/>
          <p14:tracePt t="1073" x="455613" y="2149475"/>
          <p14:tracePt t="1080" x="450850" y="2160588"/>
          <p14:tracePt t="1087" x="444500" y="2182813"/>
          <p14:tracePt t="1093" x="438150" y="2200275"/>
          <p14:tracePt t="1100" x="427038" y="2222500"/>
          <p14:tracePt t="1107" x="422275" y="2246313"/>
          <p14:tracePt t="1114" x="422275" y="2268538"/>
          <p14:tracePt t="1121" x="422275" y="2286000"/>
          <p14:tracePt t="1128" x="422275" y="2308225"/>
          <p14:tracePt t="1135" x="422275" y="2332038"/>
          <p14:tracePt t="1142" x="422275" y="2349500"/>
          <p14:tracePt t="1149" x="427038" y="2365375"/>
          <p14:tracePt t="1156" x="438150" y="2389188"/>
          <p14:tracePt t="1163" x="450850" y="2411413"/>
          <p14:tracePt t="1170" x="466725" y="2428875"/>
          <p14:tracePt t="1177" x="484188" y="2451100"/>
          <p14:tracePt t="1184" x="501650" y="2474913"/>
          <p14:tracePt t="1191" x="530225" y="2501900"/>
          <p14:tracePt t="1198" x="563563" y="2536825"/>
          <p14:tracePt t="1204" x="609600" y="2576513"/>
          <p14:tracePt t="1212" x="660400" y="2622550"/>
          <p14:tracePt t="1218" x="717550" y="2662238"/>
          <p14:tracePt t="1226" x="774700" y="2713038"/>
          <p14:tracePt t="1232" x="838200" y="2752725"/>
          <p14:tracePt t="1239" x="906463" y="2798763"/>
          <p14:tracePt t="1248" x="1003300" y="2855913"/>
          <p14:tracePt t="1256" x="1093788" y="2906713"/>
          <p14:tracePt t="1264" x="1179513" y="2959100"/>
          <p14:tracePt t="1273" x="1265238" y="2998788"/>
          <p14:tracePt t="1280" x="1350963" y="3044825"/>
          <p14:tracePt t="1288" x="1412875" y="3078163"/>
          <p14:tracePt t="1294" x="1465263" y="3101975"/>
          <p14:tracePt t="1300" x="1493838" y="3113088"/>
          <p14:tracePt t="1309" x="1533525" y="3135313"/>
          <p14:tracePt t="1318" x="1579563" y="3157538"/>
          <p14:tracePt t="1324" x="1612900" y="3175000"/>
          <p14:tracePt t="1329" x="1635125" y="3186113"/>
          <p14:tracePt t="1337" x="1663700" y="3198813"/>
          <p14:tracePt t="1344" x="1692275" y="3214688"/>
          <p14:tracePt t="1351" x="1738313" y="3238500"/>
          <p14:tracePt t="1357" x="1784350" y="3260725"/>
          <p14:tracePt t="1364" x="1852613" y="3282950"/>
          <p14:tracePt t="1379" x="2000250" y="3328988"/>
          <p14:tracePt t="1385" x="2081213" y="3346450"/>
          <p14:tracePt t="1392" x="2178050" y="3375025"/>
          <p14:tracePt t="1399" x="2279650" y="3392488"/>
          <p14:tracePt t="1406" x="2371725" y="3397250"/>
          <p14:tracePt t="1413" x="2479675" y="3408363"/>
          <p14:tracePt t="1420" x="2554288" y="3408363"/>
          <p14:tracePt t="1427" x="2638425" y="3408363"/>
          <p14:tracePt t="1434" x="2730500" y="3403600"/>
          <p14:tracePt t="1441" x="2809875" y="3392488"/>
          <p14:tracePt t="1448" x="2889250" y="3379788"/>
          <p14:tracePt t="1454" x="2981325" y="3363913"/>
          <p14:tracePt t="1462" x="3078163" y="3352800"/>
          <p14:tracePt t="1469" x="3168650" y="3340100"/>
          <p14:tracePt t="1475" x="3282950" y="3328988"/>
          <p14:tracePt t="1482" x="3390900" y="3324225"/>
          <p14:tracePt t="1489" x="3522663" y="3317875"/>
          <p14:tracePt t="1496" x="3648075" y="3306763"/>
          <p14:tracePt t="1503" x="3767138" y="3300413"/>
          <p14:tracePt t="1510" x="3892550" y="3289300"/>
          <p14:tracePt t="1517" x="4013200" y="3278188"/>
          <p14:tracePt t="1524" x="4110038" y="3271838"/>
          <p14:tracePt t="1531" x="4200525" y="3260725"/>
          <p14:tracePt t="1538" x="4275138" y="3260725"/>
          <p14:tracePt t="1545" x="4332288" y="3249613"/>
          <p14:tracePt t="1552" x="4376738" y="3249613"/>
          <p14:tracePt t="1559" x="4411663" y="3249613"/>
          <p14:tracePt t="1566" x="4433888" y="3243263"/>
          <p14:tracePt t="1573" x="4451350" y="3238500"/>
          <p14:tracePt t="1579" x="4462463" y="3232150"/>
          <p14:tracePt t="1586" x="4479925" y="3232150"/>
          <p14:tracePt t="1593" x="4486275" y="3232150"/>
          <p14:tracePt t="1600" x="4497388" y="3227388"/>
          <p14:tracePt t="1607" x="4502150" y="3221038"/>
          <p14:tracePt t="1614" x="4514850" y="3214688"/>
          <p14:tracePt t="1621" x="4530725" y="3203575"/>
          <p14:tracePt t="1628" x="4548188" y="3192463"/>
          <p14:tracePt t="1635" x="4565650" y="3175000"/>
          <p14:tracePt t="1642" x="4583113" y="3157538"/>
          <p14:tracePt t="1649" x="4605338" y="3141663"/>
          <p14:tracePt t="1656" x="4627563" y="3117850"/>
          <p14:tracePt t="1663" x="4640263" y="3101975"/>
          <p14:tracePt t="1670" x="4656138" y="3078163"/>
          <p14:tracePt t="1677" x="4673600" y="3049588"/>
          <p14:tracePt t="1684" x="4684713" y="3016250"/>
          <p14:tracePt t="1691" x="4697413" y="2987675"/>
          <p14:tracePt t="1698" x="4702175" y="2952750"/>
          <p14:tracePt t="1705" x="4708525" y="2913063"/>
          <p14:tracePt t="1712" x="4708525" y="2884488"/>
          <p14:tracePt t="1719" x="4708525" y="2851150"/>
          <p14:tracePt t="1726" x="4708525" y="2827338"/>
          <p14:tracePt t="1732" x="4697413" y="2794000"/>
          <p14:tracePt t="1739" x="4679950" y="2759075"/>
          <p14:tracePt t="1746" x="4656138" y="2725738"/>
          <p14:tracePt t="1753" x="4627563" y="2690813"/>
          <p14:tracePt t="1760" x="4600575" y="2655888"/>
          <p14:tracePt t="1767" x="4572000" y="2627313"/>
          <p14:tracePt t="1774" x="4525963" y="2587625"/>
          <p14:tracePt t="1781" x="4486275" y="2547938"/>
          <p14:tracePt t="1788" x="4429125" y="2519363"/>
          <p14:tracePt t="1795" x="4354513" y="2479675"/>
          <p14:tracePt t="1802" x="4275138" y="2446338"/>
          <p14:tracePt t="1809" x="4189413" y="2411413"/>
          <p14:tracePt t="1816" x="4103688" y="2376488"/>
          <p14:tracePt t="1823" x="3995738" y="2336800"/>
          <p14:tracePt t="1830" x="3898900" y="2308225"/>
          <p14:tracePt t="1837" x="3819525" y="2286000"/>
          <p14:tracePt t="1844" x="3727450" y="2257425"/>
          <p14:tracePt t="1851" x="3636963" y="2239963"/>
          <p14:tracePt t="1857" x="3551238" y="2211388"/>
          <p14:tracePt t="1864" x="3465513" y="2189163"/>
          <p14:tracePt t="1872" x="3379788" y="2160588"/>
          <p14:tracePt t="1883" x="3271838" y="2132013"/>
          <p14:tracePt t="1890" x="3192463" y="2114550"/>
          <p14:tracePt t="1899" x="3100388" y="2092325"/>
          <p14:tracePt t="1907" x="3032125" y="2081213"/>
          <p14:tracePt t="1914" x="2970213" y="2070100"/>
          <p14:tracePt t="1927" x="2878138" y="2063750"/>
          <p14:tracePt t="1935" x="2820988" y="2057400"/>
          <p14:tracePt t="1944" x="2747963" y="2052638"/>
          <p14:tracePt t="1950" x="2701925" y="2052638"/>
          <p14:tracePt t="1962" x="2616200" y="2052638"/>
          <p14:tracePt t="1969" x="2554288" y="2052638"/>
          <p14:tracePt t="1976" x="2501900" y="2052638"/>
          <p14:tracePt t="1982" x="2462213" y="2052638"/>
          <p14:tracePt t="1989" x="2422525" y="2052638"/>
          <p14:tracePt t="1996" x="2382838" y="2052638"/>
          <p14:tracePt t="2003" x="2359025" y="2046288"/>
          <p14:tracePt t="2010" x="2336800" y="2046288"/>
          <p14:tracePt t="2017" x="2319338" y="2046288"/>
          <p14:tracePt t="2024" x="2303463" y="2046288"/>
          <p14:tracePt t="2031" x="2297113" y="2046288"/>
          <p14:tracePt t="2038" x="2290763" y="2046288"/>
          <p14:tracePt t="2045" x="2286000" y="2046288"/>
          <p14:tracePt t="2052" x="2279650" y="2046288"/>
          <p14:tracePt t="2059" x="2274888" y="2046288"/>
          <p14:tracePt t="2066" x="2262188" y="2046288"/>
          <p14:tracePt t="2073" x="2246313" y="2046288"/>
          <p14:tracePt t="2080" x="2228850" y="2046288"/>
          <p14:tracePt t="2087" x="2200275" y="2046288"/>
          <p14:tracePt t="2093" x="2171700" y="2046288"/>
          <p14:tracePt t="2101" x="2143125" y="2046288"/>
          <p14:tracePt t="2107" x="2114550" y="2046288"/>
          <p14:tracePt t="2114" x="2092325" y="2046288"/>
          <p14:tracePt t="2121" x="2052638" y="2046288"/>
          <p14:tracePt t="2128" x="2011363" y="2046288"/>
          <p14:tracePt t="2135" x="1971675" y="2035175"/>
          <p14:tracePt t="2142" x="1927225" y="2028825"/>
          <p14:tracePt t="2149" x="1885950" y="2024063"/>
          <p14:tracePt t="2156" x="1841500" y="2017713"/>
          <p14:tracePt t="2163" x="1801813" y="2012950"/>
          <p14:tracePt t="2170" x="1766888" y="2012950"/>
          <p14:tracePt t="2177" x="1727200" y="2006600"/>
          <p14:tracePt t="2184" x="1692275" y="2000250"/>
          <p14:tracePt t="2191" x="1658938" y="2000250"/>
          <p14:tracePt t="2198" x="1624013" y="2000250"/>
          <p14:tracePt t="2204" x="1601788" y="1995488"/>
          <p14:tracePt t="2211" x="1566863" y="1995488"/>
          <p14:tracePt t="2218" x="1527175" y="1989138"/>
          <p14:tracePt t="2225" x="1482725" y="1984375"/>
          <p14:tracePt t="2232" x="1436688" y="1978025"/>
          <p14:tracePt t="2239" x="1390650" y="1971675"/>
          <p14:tracePt t="2246" x="1350963" y="1960563"/>
          <p14:tracePt t="2253" x="1311275" y="1955800"/>
          <p14:tracePt t="2260" x="1271588" y="1949450"/>
          <p14:tracePt t="2267" x="1236663" y="1944688"/>
          <p14:tracePt t="2274" x="1208088" y="1938338"/>
          <p14:tracePt t="2281" x="1179513" y="1938338"/>
          <p14:tracePt t="2288" x="1162050" y="1931988"/>
          <p14:tracePt t="2295" x="1139825" y="1931988"/>
          <p14:tracePt t="2302" x="1117600" y="1931988"/>
          <p14:tracePt t="2309" x="1100138" y="1931988"/>
          <p14:tracePt t="2316" x="1077913" y="1927225"/>
          <p14:tracePt t="2323" x="1054100" y="1927225"/>
          <p14:tracePt t="2330" x="1036638" y="1927225"/>
          <p14:tracePt t="2337" x="1014413" y="1927225"/>
          <p14:tracePt t="2344" x="996950" y="1927225"/>
          <p14:tracePt t="2351" x="985838" y="1927225"/>
          <p14:tracePt t="2357" x="974725" y="1927225"/>
          <p14:tracePt t="2364" x="968375" y="1927225"/>
          <p14:tracePt t="2371" x="963613" y="1927225"/>
          <p14:tracePt t="2378" x="957263" y="1927225"/>
          <p14:tracePt t="2385" x="946150" y="1927225"/>
          <p14:tracePt t="2392" x="935038" y="1931988"/>
          <p14:tracePt t="2399" x="917575" y="1931988"/>
          <p14:tracePt t="2406" x="900113" y="1938338"/>
          <p14:tracePt t="2413" x="889000" y="1944688"/>
          <p14:tracePt t="2420" x="871538" y="1955800"/>
          <p14:tracePt t="2427" x="855663" y="1966913"/>
          <p14:tracePt t="2434" x="838200" y="1978025"/>
          <p14:tracePt t="2441" x="820738" y="1989138"/>
          <p14:tracePt t="2448" x="803275" y="2000250"/>
          <p14:tracePt t="2455" x="785813" y="2024063"/>
          <p14:tracePt t="2462" x="769938" y="2035175"/>
          <p14:tracePt t="2469" x="752475" y="2052638"/>
          <p14:tracePt t="2476" x="741363" y="2063750"/>
          <p14:tracePt t="2482" x="730250" y="2074863"/>
          <p14:tracePt t="2489" x="717550" y="2081213"/>
          <p14:tracePt t="2496" x="712788" y="2081213"/>
          <p14:tracePt t="2503" x="706438" y="2085975"/>
          <p14:tracePt t="2510" x="706438" y="2092325"/>
          <p14:tracePt t="2521" x="701675" y="2092325"/>
          <p14:tracePt t="2524" x="701675" y="2097088"/>
          <p14:tracePt t="2539" x="695325" y="2103438"/>
          <p14:tracePt t="2547" x="695325" y="2109788"/>
          <p14:tracePt t="2548" x="688975" y="2109788"/>
          <p14:tracePt t="2552" x="688975" y="2114550"/>
          <p14:tracePt t="2559" x="684213" y="2120900"/>
          <p14:tracePt t="2566" x="673100" y="2125663"/>
          <p14:tracePt t="2573" x="660400" y="2143125"/>
          <p14:tracePt t="2580" x="644525" y="2154238"/>
          <p14:tracePt t="2587" x="627063" y="2171700"/>
          <p14:tracePt t="2594" x="609600" y="2189163"/>
          <p14:tracePt t="2601" x="587375" y="2206625"/>
          <p14:tracePt t="2607" x="576263" y="2217738"/>
          <p14:tracePt t="2621" x="552450" y="2239963"/>
          <p14:tracePt t="2628" x="541338" y="2251075"/>
          <p14:tracePt t="2635" x="530225" y="2263775"/>
          <p14:tracePt t="2643" x="523875" y="2274888"/>
          <p14:tracePt t="2650" x="512763" y="2286000"/>
          <p14:tracePt t="2663" x="495300" y="2314575"/>
          <p14:tracePt t="2664" x="495300" y="2325688"/>
          <p14:tracePt t="2670" x="490538" y="2332038"/>
          <p14:tracePt t="2677" x="484188" y="2343150"/>
          <p14:tracePt t="2684" x="484188" y="2354263"/>
          <p14:tracePt t="2690" x="473075" y="2365375"/>
          <p14:tracePt t="2698" x="473075" y="2371725"/>
          <p14:tracePt t="2704" x="466725" y="2389188"/>
          <p14:tracePt t="2711" x="466725" y="2393950"/>
          <p14:tracePt t="2718" x="461963" y="2405063"/>
          <p14:tracePt t="2725" x="455613" y="2422525"/>
          <p14:tracePt t="2732" x="455613" y="2433638"/>
          <p14:tracePt t="2739" x="450850" y="2446338"/>
          <p14:tracePt t="2746" x="444500" y="2457450"/>
          <p14:tracePt t="2753" x="444500" y="2462213"/>
          <p14:tracePt t="2764" x="444500" y="2468563"/>
          <p14:tracePt t="2767" x="438150" y="2468563"/>
          <p14:tracePt t="2774" x="438150" y="2474913"/>
          <p14:tracePt t="2781" x="438150" y="2479675"/>
          <p14:tracePt t="2792" x="438150" y="2486025"/>
          <p14:tracePt t="2799" x="433388" y="2486025"/>
          <p14:tracePt t="2803" x="433388" y="2490788"/>
          <p14:tracePt t="2813" x="433388" y="2497138"/>
          <p14:tracePt t="2817" x="433388" y="2501900"/>
          <p14:tracePt t="2824" x="433388" y="2508250"/>
          <p14:tracePt t="2829" x="433388" y="2514600"/>
          <p14:tracePt t="2836" x="433388" y="2519363"/>
          <p14:tracePt t="2843" x="433388" y="2525713"/>
          <p14:tracePt t="2850" x="433388" y="2530475"/>
          <p14:tracePt t="2857" x="433388" y="2536825"/>
          <p14:tracePt t="2864" x="433388" y="2543175"/>
          <p14:tracePt t="2871" x="433388" y="2547938"/>
          <p14:tracePt t="2878" x="433388" y="2554288"/>
          <p14:tracePt t="2885" x="433388" y="2559050"/>
          <p14:tracePt t="2892" x="438150" y="2571750"/>
          <p14:tracePt t="2899" x="444500" y="2587625"/>
          <p14:tracePt t="2906" x="461963" y="2605088"/>
          <p14:tracePt t="2913" x="479425" y="2633663"/>
          <p14:tracePt t="2920" x="501650" y="2662238"/>
          <p14:tracePt t="2927" x="536575" y="2701925"/>
          <p14:tracePt t="2934" x="569913" y="2747963"/>
          <p14:tracePt t="2941" x="604838" y="2798763"/>
          <p14:tracePt t="2948" x="644525" y="2844800"/>
          <p14:tracePt t="2955" x="695325" y="2890838"/>
          <p14:tracePt t="2962" x="741363" y="2930525"/>
          <p14:tracePt t="2969" x="798513" y="2981325"/>
          <p14:tracePt t="2976" x="866775" y="3038475"/>
          <p14:tracePt t="2983" x="935038" y="3089275"/>
          <p14:tracePt t="2990" x="1014413" y="3141663"/>
          <p14:tracePt t="2996" x="1100138" y="3192463"/>
          <p14:tracePt t="3003" x="1208088" y="3238500"/>
          <p14:tracePt t="3010" x="1316038" y="3289300"/>
          <p14:tracePt t="3017" x="1419225" y="3324225"/>
          <p14:tracePt t="3024" x="1555750" y="3357563"/>
          <p14:tracePt t="3031" x="1670050" y="3375025"/>
          <p14:tracePt t="3038" x="1773238" y="3386138"/>
          <p14:tracePt t="3045" x="1881188" y="3397250"/>
          <p14:tracePt t="3053" x="2017713" y="3403600"/>
          <p14:tracePt t="3061" x="2160588" y="3403600"/>
          <p14:tracePt t="3070" x="2297113" y="3397250"/>
          <p14:tracePt t="3079" x="2428875" y="3386138"/>
          <p14:tracePt t="3087" x="2559050" y="3368675"/>
          <p14:tracePt t="3094" x="2695575" y="3346450"/>
          <p14:tracePt t="3100" x="2781300" y="3328988"/>
          <p14:tracePt t="3105" x="2884488" y="3306763"/>
          <p14:tracePt t="3112" x="2981325" y="3289300"/>
          <p14:tracePt t="3122" x="3197225" y="3232150"/>
          <p14:tracePt t="3127" x="3311525" y="3209925"/>
          <p14:tracePt t="3133" x="3414713" y="3175000"/>
          <p14:tracePt t="3138" x="3494088" y="3157538"/>
          <p14:tracePt t="3143" x="3551238" y="3146425"/>
          <p14:tracePt t="3156" x="3733800" y="3101975"/>
          <p14:tracePt t="3163" x="3795713" y="3089275"/>
          <p14:tracePt t="3171" x="3870325" y="3060700"/>
          <p14:tracePt t="3179" x="3916363" y="3049588"/>
          <p14:tracePt t="3191" x="3973513" y="3027363"/>
          <p14:tracePt t="3198" x="3995738" y="3021013"/>
          <p14:tracePt t="3205" x="4013200" y="3009900"/>
          <p14:tracePt t="3212" x="4029075" y="3009900"/>
          <p14:tracePt t="3219" x="4035425" y="2998788"/>
          <p14:tracePt t="3226" x="4052888" y="2992438"/>
          <p14:tracePt t="3232" x="4064000" y="2981325"/>
          <p14:tracePt t="3240" x="4081463" y="2970213"/>
          <p14:tracePt t="3247" x="4103688" y="2963863"/>
          <p14:tracePt t="3253" x="4121150" y="2952750"/>
          <p14:tracePt t="3260" x="4143375" y="2947988"/>
          <p14:tracePt t="3267" x="4160838" y="2941638"/>
          <p14:tracePt t="3274" x="4178300" y="2930525"/>
          <p14:tracePt t="3281" x="4189413" y="2924175"/>
          <p14:tracePt t="3288" x="4200525" y="2919413"/>
          <p14:tracePt t="3295" x="4211638" y="2906713"/>
          <p14:tracePt t="3302" x="4224338" y="2901950"/>
          <p14:tracePt t="3309" x="4240213" y="2890838"/>
          <p14:tracePt t="3315" x="4251325" y="2878138"/>
          <p14:tracePt t="3323" x="4264025" y="2873375"/>
          <p14:tracePt t="3329" x="4275138" y="2862263"/>
          <p14:tracePt t="3336" x="4286250" y="2851150"/>
          <p14:tracePt t="3343" x="4297363" y="2844800"/>
          <p14:tracePt t="3350" x="4308475" y="2833688"/>
          <p14:tracePt t="3357" x="4314825" y="2827338"/>
          <p14:tracePt t="3364" x="4325938" y="2816225"/>
          <p14:tracePt t="3371" x="4337050" y="2809875"/>
          <p14:tracePt t="3378" x="4349750" y="2805113"/>
          <p14:tracePt t="3385" x="4354513" y="2794000"/>
          <p14:tracePt t="3392" x="4360863" y="2787650"/>
          <p14:tracePt t="3399" x="4371975" y="2781300"/>
          <p14:tracePt t="3406" x="4371975" y="2770188"/>
          <p14:tracePt t="3503" x="4365625" y="2776538"/>
          <p14:tracePt t="3505" x="4360863" y="2776538"/>
          <p14:tracePt t="3510" x="4354513" y="2781300"/>
          <p14:tracePt t="3517" x="4321175" y="2798763"/>
          <p14:tracePt t="3524" x="4275138" y="2827338"/>
          <p14:tracePt t="3531" x="4206875" y="2855913"/>
          <p14:tracePt t="3538" x="4132263" y="2890838"/>
          <p14:tracePt t="3545" x="4057650" y="2924175"/>
          <p14:tracePt t="3552" x="3973513" y="2959100"/>
          <p14:tracePt t="3559" x="3887788" y="2987675"/>
          <p14:tracePt t="3566" x="3806825" y="3016250"/>
          <p14:tracePt t="3573" x="3733800" y="3032125"/>
          <p14:tracePt t="3580" x="3636963" y="3049588"/>
          <p14:tracePt t="3587" x="3573463" y="3060700"/>
          <p14:tracePt t="3593" x="3505200" y="3073400"/>
          <p14:tracePt t="3601" x="3436938" y="3084513"/>
          <p14:tracePt t="3608" x="3379788" y="3089275"/>
          <p14:tracePt t="3614" x="3311525" y="3106738"/>
          <p14:tracePt t="3621" x="3232150" y="3117850"/>
          <p14:tracePt t="3628" x="3140075" y="3135313"/>
          <p14:tracePt t="3635" x="3021013" y="3157538"/>
          <p14:tracePt t="3642" x="2901950" y="3186113"/>
          <p14:tracePt t="3649" x="2776538" y="3209925"/>
          <p14:tracePt t="3656" x="2609850" y="3243263"/>
          <p14:tracePt t="3663" x="2501900" y="3260725"/>
          <p14:tracePt t="3670" x="2336800" y="3282950"/>
          <p14:tracePt t="3678" x="2171700" y="3300413"/>
          <p14:tracePt t="3687" x="2011363" y="3317875"/>
          <p14:tracePt t="3697" x="1863725" y="3328988"/>
          <p14:tracePt t="3698" x="1795463" y="3328988"/>
          <p14:tracePt t="3699" x="1778000" y="3328988"/>
          <p14:tracePt t="3700" x="1760538" y="3328988"/>
          <p14:tracePt t="3701" x="1744663" y="3335338"/>
          <p14:tracePt t="3702" x="1733550" y="3335338"/>
          <p14:tracePt t="3703" x="1716088" y="3335338"/>
          <p14:tracePt t="3708" x="1641475" y="3346450"/>
          <p14:tracePt t="3709" x="1635125" y="3346450"/>
          <p14:tracePt t="3710" x="1619250" y="3346450"/>
          <p14:tracePt t="3711" x="1601788" y="3346450"/>
          <p14:tracePt t="3712" x="1590675" y="3346450"/>
          <p14:tracePt t="3713" x="1573213" y="3346450"/>
          <p14:tracePt t="3716" x="1538288" y="3352800"/>
          <p14:tracePt t="3717" x="1522413" y="3357563"/>
          <p14:tracePt t="3718" x="1509713" y="3357563"/>
          <p14:tracePt t="3719" x="1493838" y="3357563"/>
          <p14:tracePt t="3722" x="1458913" y="3363913"/>
          <p14:tracePt t="3729" x="1379538" y="3368675"/>
          <p14:tracePt t="3736" x="1333500" y="3375025"/>
          <p14:tracePt t="3744" x="1276350" y="3386138"/>
          <p14:tracePt t="3754" x="1231900" y="3386138"/>
          <p14:tracePt t="3761" x="1203325" y="3392488"/>
          <p14:tracePt t="3767" x="1185863" y="3392488"/>
          <p14:tracePt t="3774" x="1179513" y="3397250"/>
          <p14:tracePt t="3817" x="1174750" y="3397250"/>
          <p14:tracePt t="3819" x="1168400" y="3403600"/>
          <p14:tracePt t="3822" x="1162050" y="3403600"/>
          <p14:tracePt t="3830" x="1139825" y="3408363"/>
          <p14:tracePt t="3837" x="1111250" y="3414713"/>
          <p14:tracePt t="3844" x="1082675" y="3425825"/>
          <p14:tracePt t="3851" x="1036638" y="3436938"/>
          <p14:tracePt t="3857" x="992188" y="3443288"/>
          <p14:tracePt t="3864" x="939800" y="3443288"/>
          <p14:tracePt t="3871" x="900113" y="3449638"/>
          <p14:tracePt t="3878" x="866775" y="3454400"/>
          <p14:tracePt t="3886" x="849313" y="3454400"/>
          <p14:tracePt t="3892" x="831850" y="3454400"/>
          <p14:tracePt t="3899" x="827088" y="3454400"/>
          <p14:tracePt t="4005" x="827088" y="3449638"/>
          <p14:tracePt t="4009" x="827088" y="3443288"/>
          <p14:tracePt t="4013" x="827088" y="3436938"/>
          <p14:tracePt t="4017" x="827088" y="3432175"/>
          <p14:tracePt t="4024" x="827088" y="3421063"/>
          <p14:tracePt t="4031" x="827088" y="3408363"/>
          <p14:tracePt t="4038" x="827088" y="3397250"/>
          <p14:tracePt t="4050" x="827088" y="3392488"/>
          <p14:tracePt t="4060" x="827088" y="3386138"/>
          <p14:tracePt t="4206" x="820738" y="3386138"/>
          <p14:tracePt t="4228" x="814388" y="3386138"/>
          <p14:tracePt t="4231" x="809625" y="3386138"/>
          <p14:tracePt t="4238" x="803275" y="3386138"/>
          <p14:tracePt t="4241" x="798513" y="3392488"/>
          <p14:tracePt t="4248" x="792163" y="3392488"/>
          <p14:tracePt t="4253" x="785813" y="3397250"/>
          <p14:tracePt t="4260" x="781050" y="3403600"/>
          <p14:tracePt t="4267" x="774700" y="3408363"/>
          <p14:tracePt t="4274" x="769938" y="3414713"/>
          <p14:tracePt t="4281" x="758825" y="3421063"/>
          <p14:tracePt t="4288" x="752475" y="3432175"/>
          <p14:tracePt t="4295" x="741363" y="3436938"/>
          <p14:tracePt t="4302" x="735013" y="3454400"/>
          <p14:tracePt t="4317" x="712788" y="3471863"/>
          <p14:tracePt t="4327" x="706438" y="3482975"/>
          <p14:tracePt t="4335" x="701675" y="3494088"/>
          <p14:tracePt t="4344" x="701675" y="3500438"/>
          <p14:tracePt t="4352" x="701675" y="3511550"/>
          <p14:tracePt t="4358" x="695325" y="3529013"/>
          <p14:tracePt t="4365" x="688975" y="3540125"/>
          <p14:tracePt t="4373" x="688975" y="3557588"/>
          <p14:tracePt t="4383" x="701675" y="3597275"/>
          <p14:tracePt t="4390" x="717550" y="3643313"/>
          <p14:tracePt t="4396" x="735013" y="3671888"/>
          <p14:tracePt t="4401" x="763588" y="3700463"/>
          <p14:tracePt t="4406" x="803275" y="3740150"/>
          <p14:tracePt t="4413" x="855663" y="3784600"/>
          <p14:tracePt t="4420" x="917575" y="3825875"/>
          <p14:tracePt t="4427" x="992188" y="3865563"/>
          <p14:tracePt t="4434" x="1100138" y="3905250"/>
          <p14:tracePt t="4441" x="1219200" y="3933825"/>
          <p14:tracePt t="4448" x="1350963" y="3962400"/>
          <p14:tracePt t="4455" x="1550988" y="3984625"/>
          <p14:tracePt t="4462" x="1720850" y="4006850"/>
          <p14:tracePt t="4469" x="1909763" y="4019550"/>
          <p14:tracePt t="4476" x="2120900" y="4030663"/>
          <p14:tracePt t="4483" x="2371725" y="4041775"/>
          <p14:tracePt t="4489" x="2565400" y="4048125"/>
          <p14:tracePt t="4503" x="2957513" y="4081463"/>
          <p14:tracePt t="4510" x="3192463" y="4105275"/>
          <p14:tracePt t="4517" x="3459163" y="4144963"/>
          <p14:tracePt t="4524" x="3716338" y="4184650"/>
          <p14:tracePt t="4531" x="4013200" y="4213225"/>
          <p14:tracePt t="4538" x="4246563" y="4230688"/>
          <p14:tracePt t="4545" x="4548188" y="4235450"/>
          <p14:tracePt t="4552" x="4810125" y="4241800"/>
          <p14:tracePt t="4559" x="5084763" y="4241800"/>
          <p14:tracePt t="4566" x="5329238" y="4224338"/>
          <p14:tracePt t="4572" x="5546725" y="4206875"/>
          <p14:tracePt t="4579" x="5780088" y="4167188"/>
          <p14:tracePt t="4587" x="5916613" y="4138613"/>
          <p14:tracePt t="4593" x="6053138" y="4110038"/>
          <p14:tracePt t="4600" x="6132513" y="4087813"/>
          <p14:tracePt t="4607" x="6178550" y="4059238"/>
          <p14:tracePt t="4614" x="6196013" y="4041775"/>
          <p14:tracePt t="4621" x="6196013" y="4030663"/>
          <p14:tracePt t="4628" x="6200775" y="4019550"/>
          <p14:tracePt t="4635" x="6207125" y="4002088"/>
          <p14:tracePt t="4642" x="6207125" y="3990975"/>
          <p14:tracePt t="4649" x="6207125" y="3973513"/>
          <p14:tracePt t="4656" x="6213475" y="3956050"/>
          <p14:tracePt t="4663" x="6218238" y="3938588"/>
          <p14:tracePt t="4670" x="6235700" y="3916363"/>
          <p14:tracePt t="4677" x="6253163" y="3898900"/>
          <p14:tracePt t="4684" x="6270625" y="3876675"/>
          <p14:tracePt t="4691" x="6286500" y="3865563"/>
          <p14:tracePt t="4698" x="6310313" y="3848100"/>
          <p14:tracePt t="4705" x="6326188" y="3830638"/>
          <p14:tracePt t="4712" x="6338888" y="3825875"/>
          <p14:tracePt t="4718" x="6350000" y="3819525"/>
          <p14:tracePt t="4725" x="6354763" y="3808413"/>
          <p14:tracePt t="4765" x="6354763" y="3802063"/>
          <p14:tracePt t="4769" x="6354763" y="3797300"/>
          <p14:tracePt t="4774" x="6354763" y="3790950"/>
          <p14:tracePt t="4781" x="6354763" y="3779838"/>
          <p14:tracePt t="4788" x="6354763" y="3768725"/>
          <p14:tracePt t="4795" x="6354763" y="3756025"/>
          <p14:tracePt t="4802" x="6354763" y="3751263"/>
          <p14:tracePt t="4809" x="6354763" y="3733800"/>
          <p14:tracePt t="4816" x="6350000" y="3729038"/>
          <p14:tracePt t="4823" x="6338888" y="3716338"/>
          <p14:tracePt t="4830" x="6326188" y="3705225"/>
          <p14:tracePt t="4837" x="6315075" y="3694113"/>
          <p14:tracePt t="4844" x="6303963" y="3683000"/>
          <p14:tracePt t="4850" x="6281738" y="3665538"/>
          <p14:tracePt t="4858" x="6253163" y="3648075"/>
          <p14:tracePt t="4874" x="6156325" y="3590925"/>
          <p14:tracePt t="4880" x="6099175" y="3562350"/>
          <p14:tracePt t="4885" x="6042025" y="3529013"/>
          <p14:tracePt t="4892" x="5956300" y="3489325"/>
          <p14:tracePt t="4899" x="5859463" y="3443288"/>
          <p14:tracePt t="4907" x="5740400" y="3397250"/>
          <p14:tracePt t="4913" x="5619750" y="3357563"/>
          <p14:tracePt t="4920" x="5500688" y="3328988"/>
          <p14:tracePt t="4928" x="5375275" y="3300413"/>
          <p14:tracePt t="4936" x="5210175" y="3267075"/>
          <p14:tracePt t="4944" x="5027613" y="3249613"/>
          <p14:tracePt t="4954" x="4822825" y="3243263"/>
          <p14:tracePt t="4961" x="4679950" y="3243263"/>
          <p14:tracePt t="4968" x="4508500" y="3238500"/>
          <p14:tracePt t="4976" x="4292600" y="3238500"/>
          <p14:tracePt t="4982" x="4103688" y="3238500"/>
          <p14:tracePt t="4988" x="3927475" y="3238500"/>
          <p14:tracePt t="4995" x="3727450" y="3232150"/>
          <p14:tracePt t="5004" x="3419475" y="3203575"/>
          <p14:tracePt t="5010" x="3152775" y="3181350"/>
          <p14:tracePt t="5017" x="2906713" y="3152775"/>
          <p14:tracePt t="5024" x="2644775" y="3135313"/>
          <p14:tracePt t="5031" x="2400300" y="3117850"/>
          <p14:tracePt t="5038" x="2154238" y="3106738"/>
          <p14:tracePt t="5045" x="1989138" y="3101975"/>
          <p14:tracePt t="5053" x="1835150" y="3089275"/>
          <p14:tracePt t="5059" x="1692275" y="3078163"/>
          <p14:tracePt t="5066" x="1562100" y="3078163"/>
          <p14:tracePt t="5073" x="1465263" y="3078163"/>
          <p14:tracePt t="5080" x="1373188" y="3078163"/>
          <p14:tracePt t="5087" x="1293813" y="3078163"/>
          <p14:tracePt t="5094" x="1196975" y="3078163"/>
          <p14:tracePt t="5101" x="1111250" y="3089275"/>
          <p14:tracePt t="5108" x="1025525" y="3101975"/>
          <p14:tracePt t="5115" x="939800" y="3106738"/>
          <p14:tracePt t="5122" x="866775" y="3113088"/>
          <p14:tracePt t="5128" x="785813" y="3117850"/>
          <p14:tracePt t="5135" x="717550" y="3124200"/>
          <p14:tracePt t="5142" x="655638" y="3128963"/>
          <p14:tracePt t="5149" x="604838" y="3135313"/>
          <p14:tracePt t="5156" x="563563" y="3152775"/>
          <p14:tracePt t="5163" x="541338" y="3163888"/>
          <p14:tracePt t="5170" x="508000" y="3181350"/>
          <p14:tracePt t="5177" x="490538" y="3203575"/>
          <p14:tracePt t="5184" x="466725" y="3238500"/>
          <p14:tracePt t="5191" x="450850" y="3278188"/>
          <p14:tracePt t="5198" x="433388" y="3335338"/>
          <p14:tracePt t="5205" x="422275" y="3421063"/>
          <p14:tracePt t="5212" x="411163" y="3540125"/>
          <p14:tracePt t="5219" x="404813" y="3671888"/>
          <p14:tracePt t="5225" x="404813" y="3836988"/>
          <p14:tracePt t="5232" x="404813" y="4013200"/>
          <p14:tracePt t="5240" x="433388" y="4189413"/>
          <p14:tracePt t="5246" x="461963" y="4343400"/>
          <p14:tracePt t="5253" x="523875" y="4514850"/>
          <p14:tracePt t="5260" x="581025" y="4635500"/>
          <p14:tracePt t="5267" x="649288" y="4760913"/>
          <p14:tracePt t="5274" x="723900" y="4868863"/>
          <p14:tracePt t="5281" x="820738" y="4976813"/>
          <p14:tracePt t="5288" x="900113" y="5067300"/>
          <p14:tracePt t="5295" x="1020763" y="5176838"/>
          <p14:tracePt t="5302" x="1111250" y="5256213"/>
          <p14:tracePt t="5309" x="1214438" y="5346700"/>
          <p14:tracePt t="5316" x="1293813" y="5414963"/>
          <p14:tracePt t="5323" x="1362075" y="5467350"/>
          <p14:tracePt t="5330" x="1401763" y="5507038"/>
          <p14:tracePt t="5337" x="1425575" y="5529263"/>
          <p14:tracePt t="5344" x="1430338" y="5535613"/>
          <p14:tracePt t="5405" x="1430338" y="5529263"/>
          <p14:tracePt t="5407" x="1430338" y="5518150"/>
          <p14:tracePt t="5413" x="1430338" y="5507038"/>
          <p14:tracePt t="5420" x="1430338" y="5472113"/>
          <p14:tracePt t="5427" x="1430338" y="5438775"/>
          <p14:tracePt t="5434" x="1419225" y="5403850"/>
          <p14:tracePt t="5441" x="1419225" y="5370513"/>
          <p14:tracePt t="5455" x="1408113" y="5313363"/>
          <p14:tracePt t="5462" x="1397000" y="5289550"/>
          <p14:tracePt t="5469" x="1390650" y="5267325"/>
          <p14:tracePt t="5476" x="1384300" y="5249863"/>
          <p14:tracePt t="5482" x="1373188" y="5227638"/>
          <p14:tracePt t="5489" x="1368425" y="5210175"/>
          <p14:tracePt t="5496" x="1362075" y="5199063"/>
          <p14:tracePt t="5503" x="1362075" y="5187950"/>
          <p14:tracePt t="5510" x="1350963" y="5176838"/>
          <p14:tracePt t="5517" x="1350963" y="5170488"/>
          <p14:tracePt t="5524" x="1344613" y="5159375"/>
          <p14:tracePt t="5534" x="1339850" y="5159375"/>
          <p14:tracePt t="5541" x="1339850" y="5153025"/>
          <p14:tracePt t="5636" x="1339850" y="5148263"/>
          <p14:tracePt t="5638" x="1333500" y="5141913"/>
          <p14:tracePt t="5642" x="1328738" y="5141913"/>
          <p14:tracePt t="5649" x="1316038" y="5130800"/>
          <p14:tracePt t="5656" x="1304925" y="5119688"/>
          <p14:tracePt t="5664" x="1293813" y="5108575"/>
          <p14:tracePt t="5665" x="1282700" y="5102225"/>
          <p14:tracePt t="5666" x="1282700" y="5095875"/>
          <p14:tracePt t="5667" x="1276350" y="5095875"/>
          <p14:tracePt t="5677" x="1258888" y="5084763"/>
          <p14:tracePt t="5684" x="1236663" y="5067300"/>
          <p14:tracePt t="5691" x="1208088" y="5045075"/>
          <p14:tracePt t="5698" x="1174750" y="5022850"/>
          <p14:tracePt t="5705" x="1122363" y="5005388"/>
          <p14:tracePt t="5711" x="1082675" y="4983163"/>
          <p14:tracePt t="5718" x="1036638" y="4959350"/>
          <p14:tracePt t="5725" x="996950" y="4941888"/>
          <p14:tracePt t="5733" x="957263" y="4913313"/>
          <p14:tracePt t="5739" x="928688" y="4873625"/>
          <p14:tracePt t="5746" x="906463" y="4822825"/>
          <p14:tracePt t="5753" x="884238" y="4765675"/>
          <p14:tracePt t="5760" x="855663" y="4691063"/>
          <p14:tracePt t="5767" x="838200" y="4635500"/>
          <p14:tracePt t="5774" x="814388" y="4560888"/>
          <p14:tracePt t="5781" x="785813" y="4486275"/>
          <p14:tracePt t="5788" x="763588" y="4429125"/>
          <p14:tracePt t="5795" x="735013" y="4378325"/>
          <p14:tracePt t="5802" x="717550" y="4343400"/>
          <p14:tracePt t="5809" x="701675" y="4310063"/>
          <p14:tracePt t="5816" x="688975" y="4286250"/>
          <p14:tracePt t="5823" x="677863" y="4275138"/>
          <p14:tracePt t="5829" x="677863" y="4270375"/>
          <p14:tracePt t="5836" x="673100" y="4270375"/>
          <p14:tracePt t="5878" x="673100" y="4264025"/>
          <p14:tracePt t="5895" x="673100" y="4257675"/>
          <p14:tracePt t="5899" x="677863" y="4252913"/>
          <p14:tracePt t="5906" x="684213" y="4246563"/>
          <p14:tracePt t="5913" x="688975" y="4246563"/>
          <p14:tracePt t="5920" x="695325" y="4241800"/>
          <p14:tracePt t="5934" x="701675" y="4235450"/>
          <p14:tracePt t="5941" x="701675" y="4230688"/>
          <p14:tracePt t="5955" x="706438" y="4224338"/>
          <p14:tracePt t="5962" x="712788" y="4217988"/>
          <p14:tracePt t="5969" x="712788" y="4213225"/>
          <p14:tracePt t="5975" x="717550" y="4206875"/>
          <p14:tracePt t="5982" x="723900" y="4206875"/>
          <p14:tracePt t="5990" x="730250" y="4206875"/>
          <p14:tracePt t="5999" x="730250" y="4202113"/>
          <p14:tracePt t="6005" x="735013" y="4202113"/>
          <p14:tracePt t="6470" x="735013" y="4195763"/>
          <p14:tracePt t="6474" x="735013" y="4189413"/>
          <p14:tracePt t="6475" x="735013" y="4184650"/>
          <p14:tracePt t="6483" x="735013" y="4160838"/>
          <p14:tracePt t="6497" x="730250" y="4110038"/>
          <p14:tracePt t="6503" x="723900" y="4081463"/>
          <p14:tracePt t="6518" x="717550" y="4059238"/>
          <p14:tracePt t="7053" x="717550" y="4064000"/>
          <p14:tracePt t="7055" x="717550" y="4070350"/>
          <p14:tracePt t="7083" x="717550" y="4076700"/>
          <p14:tracePt t="7100" x="717550" y="4081463"/>
          <p14:tracePt t="7134" x="717550" y="4087813"/>
          <p14:tracePt t="7139" x="717550" y="4092575"/>
          <p14:tracePt t="7143" x="717550" y="4098925"/>
          <p14:tracePt t="7149" x="712788" y="4105275"/>
          <p14:tracePt t="7156" x="706438" y="4116388"/>
          <p14:tracePt t="7171" x="706438" y="4121150"/>
          <p14:tracePt t="7189" x="706438" y="4127500"/>
          <p14:tracePt t="7580" x="706438" y="4132263"/>
          <p14:tracePt t="7585" x="706438" y="4138613"/>
          <p14:tracePt t="7588" x="706438" y="4144963"/>
          <p14:tracePt t="7593" x="701675" y="4149725"/>
          <p14:tracePt t="7608" x="695325" y="4178300"/>
          <p14:tracePt t="7614" x="695325" y="4184650"/>
          <p14:tracePt t="7622" x="695325" y="4189413"/>
          <p14:tracePt t="7635" x="695325" y="4195763"/>
          <p14:tracePt t="7718" x="695325" y="4202113"/>
          <p14:tracePt t="7723" x="695325" y="4206875"/>
          <p14:tracePt t="7727" x="695325" y="4213225"/>
          <p14:tracePt t="7732" x="695325" y="4217988"/>
          <p14:tracePt t="7739" x="695325" y="4224338"/>
          <p14:tracePt t="7747" x="695325" y="4235450"/>
          <p14:tracePt t="7753" x="695325" y="4241800"/>
          <p14:tracePt t="7760" x="695325" y="4246563"/>
          <p14:tracePt t="7767" x="695325" y="4252913"/>
          <p14:tracePt t="7774" x="695325" y="4257675"/>
          <p14:tracePt t="7788" x="695325" y="4264025"/>
          <p14:tracePt t="7795" x="701675" y="4270375"/>
          <p14:tracePt t="7809" x="701675" y="4281488"/>
          <p14:tracePt t="7823" x="701675" y="4292600"/>
          <p14:tracePt t="7837" x="706438" y="4292600"/>
          <p14:tracePt t="7844" x="706438" y="4298950"/>
          <p14:tracePt t="7858" x="712788" y="4298950"/>
          <p14:tracePt t="7864" x="712788" y="4303713"/>
          <p14:tracePt t="7871" x="712788" y="4310063"/>
          <p14:tracePt t="7882" x="712788" y="4314825"/>
          <p14:tracePt t="7896" x="712788" y="4321175"/>
          <p14:tracePt t="7955" x="717550" y="4321175"/>
          <p14:tracePt t="7981" x="717550" y="4327525"/>
          <p14:tracePt t="7983" x="723900" y="4327525"/>
          <p14:tracePt t="7984" x="723900" y="4332288"/>
          <p14:tracePt t="7996" x="723900" y="4338638"/>
          <p14:tracePt t="8001" x="730250" y="4338638"/>
          <p14:tracePt t="8010" x="735013" y="4343400"/>
          <p14:tracePt t="8024" x="741363" y="4349750"/>
          <p14:tracePt t="8031" x="741363" y="4356100"/>
          <p14:tracePt t="8209" x="746125" y="4356100"/>
          <p14:tracePt t="8217" x="752475" y="4356100"/>
          <p14:tracePt t="8220" x="758825" y="4356100"/>
          <p14:tracePt t="8227" x="763588" y="4349750"/>
          <p14:tracePt t="8233" x="769938" y="4349750"/>
          <p14:tracePt t="8239" x="781050" y="4343400"/>
          <p14:tracePt t="8246" x="785813" y="4338638"/>
          <p14:tracePt t="8253" x="792163" y="4338638"/>
          <p14:tracePt t="8345" x="798513" y="4338638"/>
          <p14:tracePt t="8352" x="803275" y="4338638"/>
          <p14:tracePt t="8359" x="809625" y="4332288"/>
          <p14:tracePt t="8364" x="814388" y="4332288"/>
          <p14:tracePt t="8372" x="814388" y="4327525"/>
          <p14:tracePt t="8379" x="827088" y="4327525"/>
          <p14:tracePt t="8425" x="831850" y="4327525"/>
          <p14:tracePt t="8429" x="838200" y="4327525"/>
          <p14:tracePt t="8434" x="842963" y="4327525"/>
          <p14:tracePt t="8441" x="860425" y="4332288"/>
          <p14:tracePt t="8451" x="895350" y="4338638"/>
          <p14:tracePt t="8459" x="923925" y="4338638"/>
          <p14:tracePt t="8464" x="939800" y="4338638"/>
          <p14:tracePt t="8469" x="963613" y="4343400"/>
          <p14:tracePt t="8476" x="985838" y="4343400"/>
          <p14:tracePt t="8482" x="1020763" y="4343400"/>
          <p14:tracePt t="8490" x="1049338" y="4343400"/>
          <p14:tracePt t="8496" x="1077913" y="4343400"/>
          <p14:tracePt t="8503" x="1111250" y="4343400"/>
          <p14:tracePt t="8511" x="1139825" y="4343400"/>
          <p14:tracePt t="8517" x="1162050" y="4343400"/>
          <p14:tracePt t="8524" x="1190625" y="4338638"/>
          <p14:tracePt t="8531" x="1214438" y="4332288"/>
          <p14:tracePt t="8538" x="1243013" y="4327525"/>
          <p14:tracePt t="8552" x="1276350" y="4321175"/>
          <p14:tracePt t="8566" x="1300163" y="4310063"/>
          <p14:tracePt t="8573" x="1304925" y="4310063"/>
          <p14:tracePt t="8580" x="1311275" y="4310063"/>
          <p14:tracePt t="8625" x="1316038" y="4310063"/>
          <p14:tracePt t="8629" x="1322388" y="4310063"/>
          <p14:tracePt t="8638" x="1328738" y="4310063"/>
          <p14:tracePt t="8640" x="1333500" y="4310063"/>
          <p14:tracePt t="8644" x="1339850" y="4310063"/>
          <p14:tracePt t="8649" x="1344613" y="4310063"/>
          <p14:tracePt t="8656" x="1362075" y="4310063"/>
          <p14:tracePt t="8663" x="1379538" y="4310063"/>
          <p14:tracePt t="8670" x="1390650" y="4310063"/>
          <p14:tracePt t="8677" x="1408113" y="4310063"/>
          <p14:tracePt t="8684" x="1430338" y="4310063"/>
          <p14:tracePt t="8698" x="1458913" y="4314825"/>
          <p14:tracePt t="8699" x="1465263" y="4321175"/>
          <p14:tracePt t="8699" x="1470025" y="4321175"/>
          <p14:tracePt t="8705" x="1476375" y="4321175"/>
          <p14:tracePt t="8719" x="1498600" y="4332288"/>
          <p14:tracePt t="8726" x="1504950" y="4338638"/>
          <p14:tracePt t="8740" x="1522413" y="4343400"/>
          <p14:tracePt t="8746" x="1527175" y="4349750"/>
          <p14:tracePt t="8761" x="1550988" y="4367213"/>
          <p14:tracePt t="8762" x="1562100" y="4367213"/>
          <p14:tracePt t="8762" x="1562100" y="4371975"/>
          <p14:tracePt t="8767" x="1573213" y="4371975"/>
          <p14:tracePt t="8781" x="1619250" y="4395788"/>
          <p14:tracePt t="8782" x="1624013" y="4395788"/>
          <p14:tracePt t="8783" x="1630363" y="4395788"/>
          <p14:tracePt t="8788" x="1635125" y="4400550"/>
          <p14:tracePt t="8795" x="1663700" y="4411663"/>
          <p14:tracePt t="8809" x="1698625" y="4418013"/>
          <p14:tracePt t="8816" x="1709738" y="4424363"/>
          <p14:tracePt t="8830" x="1727200" y="4429125"/>
          <p14:tracePt t="8837" x="1733550" y="4429125"/>
          <p14:tracePt t="8995" x="1733550" y="4435475"/>
          <p14:tracePt t="8999" x="1727200" y="4435475"/>
          <p14:tracePt t="9003" x="1727200" y="4440238"/>
          <p14:tracePt t="9010" x="1716088" y="4457700"/>
          <p14:tracePt t="9017" x="1698625" y="4468813"/>
          <p14:tracePt t="9031" x="1676400" y="4486275"/>
          <p14:tracePt t="9038" x="1670050" y="4497388"/>
          <p14:tracePt t="9045" x="1658938" y="4503738"/>
          <p14:tracePt t="9052" x="1647825" y="4508500"/>
          <p14:tracePt t="9059" x="1641475" y="4521200"/>
          <p14:tracePt t="9066" x="1624013" y="4525963"/>
          <p14:tracePt t="9073" x="1619250" y="4532313"/>
          <p14:tracePt t="9087" x="1590675" y="4543425"/>
          <p14:tracePt t="9101" x="1573213" y="4554538"/>
          <p14:tracePt t="9107" x="1562100" y="4554538"/>
          <p14:tracePt t="9115" x="1555750" y="4565650"/>
          <p14:tracePt t="9116" x="1550988" y="4565650"/>
          <p14:tracePt t="9125" x="1544638" y="4565650"/>
          <p14:tracePt t="9128" x="1538288" y="4572000"/>
          <p14:tracePt t="9138" x="1533525" y="4572000"/>
          <p14:tracePt t="9144" x="1533525" y="4578350"/>
          <p14:tracePt t="9151" x="1527175" y="4578350"/>
          <p14:tracePt t="9184" x="1522413" y="4578350"/>
          <p14:tracePt t="9457" x="1516063" y="4578350"/>
          <p14:tracePt t="9463" x="1509713" y="4578350"/>
          <p14:tracePt t="9467" x="1504950" y="4578350"/>
          <p14:tracePt t="9470" x="1504950" y="4583113"/>
          <p14:tracePt t="9470" x="1498600" y="4583113"/>
          <p14:tracePt t="9483" x="1465263" y="4583113"/>
          <p14:tracePt t="9490" x="1430338" y="4589463"/>
          <p14:tracePt t="9491" x="1419225" y="4589463"/>
          <p14:tracePt t="9491" x="1412875" y="4589463"/>
          <p14:tracePt t="9504" x="1344613" y="4594225"/>
          <p14:tracePt t="9517" x="1258888" y="4606925"/>
          <p14:tracePt t="9518" x="1243013" y="4606925"/>
          <p14:tracePt t="9524" x="1214438" y="4611688"/>
          <p14:tracePt t="9531" x="1185863" y="4611688"/>
          <p14:tracePt t="9538" x="1168400" y="4611688"/>
          <p14:tracePt t="9545" x="1157288" y="4611688"/>
          <p14:tracePt t="9552" x="1150938" y="4611688"/>
          <p14:tracePt t="9761" x="1157288" y="4611688"/>
          <p14:tracePt t="9765" x="1162050" y="4611688"/>
          <p14:tracePt t="9769" x="1168400" y="4611688"/>
          <p14:tracePt t="9774" x="1179513" y="4611688"/>
          <p14:tracePt t="9788" x="1219200" y="4611688"/>
          <p14:tracePt t="9795" x="1243013" y="4606925"/>
          <p14:tracePt t="9809" x="1300163" y="4594225"/>
          <p14:tracePt t="9810" x="1304925" y="4594225"/>
          <p14:tracePt t="9816" x="1322388" y="4589463"/>
          <p14:tracePt t="9830" x="1373188" y="4578350"/>
          <p14:tracePt t="9838" x="1397000" y="4572000"/>
          <p14:tracePt t="9844" x="1408113" y="4572000"/>
          <p14:tracePt t="9851" x="1425575" y="4565650"/>
          <p14:tracePt t="9865" x="1447800" y="4560888"/>
          <p14:tracePt t="9871" x="1458913" y="4554538"/>
          <p14:tracePt t="10164" x="1465263" y="4554538"/>
          <p14:tracePt t="10166" x="1465263" y="4560888"/>
          <p14:tracePt t="10172" x="1465263" y="4565650"/>
          <p14:tracePt t="10177" x="1465263" y="4572000"/>
          <p14:tracePt t="10191" x="1470025" y="4583113"/>
          <p14:tracePt t="10198" x="1470025" y="4589463"/>
          <p14:tracePt t="10205" x="1476375" y="4594225"/>
          <p14:tracePt t="10219" x="1482725" y="4606925"/>
          <p14:tracePt t="10233" x="1487488" y="4611688"/>
          <p14:tracePt t="10247" x="1498600" y="4622800"/>
          <p14:tracePt t="10254" x="1504950" y="4629150"/>
          <p14:tracePt t="10261" x="1516063" y="4629150"/>
          <p14:tracePt t="10267" x="1522413" y="4635500"/>
          <p14:tracePt t="10274" x="1538288" y="4640263"/>
          <p14:tracePt t="10282" x="1544638" y="4640263"/>
          <p14:tracePt t="10282" x="1550988" y="4640263"/>
          <p14:tracePt t="10288" x="1555750" y="4640263"/>
          <p14:tracePt t="10295" x="1566863" y="4640263"/>
          <p14:tracePt t="10302" x="1579563" y="4640263"/>
          <p14:tracePt t="10309" x="1584325" y="4640263"/>
          <p14:tracePt t="10316" x="1601788" y="4640263"/>
          <p14:tracePt t="10323" x="1608138" y="4640263"/>
          <p14:tracePt t="10330" x="1624013" y="4640263"/>
          <p14:tracePt t="10344" x="1658938" y="4640263"/>
          <p14:tracePt t="10351" x="1681163" y="4635500"/>
          <p14:tracePt t="10358" x="1698625" y="4629150"/>
          <p14:tracePt t="10365" x="1716088" y="4622800"/>
          <p14:tracePt t="10379" x="1727200" y="4618038"/>
          <p14:tracePt t="10385" x="1738313" y="4618038"/>
          <p14:tracePt t="10397" x="1744663" y="4618038"/>
          <p14:tracePt t="10730" x="1749425" y="4618038"/>
          <p14:tracePt t="10732" x="1749425" y="4611688"/>
          <p14:tracePt t="10740" x="1766888" y="4606925"/>
          <p14:tracePt t="10747" x="1784350" y="4606925"/>
          <p14:tracePt t="10753" x="1801813" y="4606925"/>
          <p14:tracePt t="10760" x="1817688" y="4600575"/>
          <p14:tracePt t="10767" x="1835150" y="4600575"/>
          <p14:tracePt t="10774" x="1857375" y="4594225"/>
          <p14:tracePt t="10789" x="1898650" y="4589463"/>
          <p14:tracePt t="10795" x="1920875" y="4583113"/>
          <p14:tracePt t="10810" x="1960563" y="4578350"/>
          <p14:tracePt t="10819" x="1995488" y="4578350"/>
          <p14:tracePt t="10827" x="2011363" y="4572000"/>
          <p14:tracePt t="10836" x="2028825" y="4565650"/>
          <p14:tracePt t="10845" x="2035175" y="4560888"/>
          <p14:tracePt t="10855" x="2039938" y="4560888"/>
          <p14:tracePt t="11101" x="2039938" y="4565650"/>
          <p14:tracePt t="11104" x="2039938" y="4572000"/>
          <p14:tracePt t="11108" x="2039938" y="4578350"/>
          <p14:tracePt t="11114" x="2039938" y="4600575"/>
          <p14:tracePt t="11128" x="2039938" y="4646613"/>
          <p14:tracePt t="11135" x="2039938" y="4668838"/>
          <p14:tracePt t="11149" x="2035175" y="4697413"/>
          <p14:tracePt t="11451" x="2046288" y="4697413"/>
          <p14:tracePt t="11453" x="2052638" y="4697413"/>
          <p14:tracePt t="11455" x="2057400" y="4697413"/>
          <p14:tracePt t="11462" x="2103438" y="4691063"/>
          <p14:tracePt t="11470" x="2165350" y="4679950"/>
          <p14:tracePt t="11477" x="2233613" y="4668838"/>
          <p14:tracePt t="11484" x="2303463" y="4662488"/>
          <p14:tracePt t="11490" x="2382838" y="4646613"/>
          <p14:tracePt t="11497" x="2433638" y="4646613"/>
          <p14:tracePt t="11505" x="2519363" y="4635500"/>
          <p14:tracePt t="11514" x="2609850" y="4622800"/>
          <p14:tracePt t="11521" x="2679700" y="4611688"/>
          <p14:tracePt t="11526" x="2730500" y="4606925"/>
          <p14:tracePt t="11532" x="2781300" y="4600575"/>
          <p14:tracePt t="11546" x="2873375" y="4589463"/>
          <p14:tracePt t="11547" x="2895600" y="4589463"/>
          <p14:tracePt t="11548" x="2901950" y="4589463"/>
          <p14:tracePt t="11559" x="2952750" y="4583113"/>
          <p14:tracePt t="11573" x="2986088" y="4583113"/>
          <p14:tracePt t="11574" x="2992438" y="4583113"/>
          <p14:tracePt t="12030" x="2998788" y="4583113"/>
          <p14:tracePt t="12034" x="3003550" y="4578350"/>
          <p14:tracePt t="12038" x="3009900" y="4578350"/>
          <p14:tracePt t="12046" x="3032125" y="4578350"/>
          <p14:tracePt t="12047" x="3043238" y="4572000"/>
          <p14:tracePt t="12059" x="3095625" y="4565650"/>
          <p14:tracePt t="12073" x="3186113" y="4560888"/>
          <p14:tracePt t="12080" x="3232150" y="4554538"/>
          <p14:tracePt t="12087" x="3289300" y="4549775"/>
          <p14:tracePt t="12101" x="3379788" y="4543425"/>
          <p14:tracePt t="12108" x="3425825" y="4543425"/>
          <p14:tracePt t="12122" x="3476625" y="4532313"/>
          <p14:tracePt t="12123" x="3482975" y="4532313"/>
          <p14:tracePt t="12128" x="3494088" y="4532313"/>
          <p14:tracePt t="12135" x="3511550" y="4532313"/>
          <p14:tracePt t="12142" x="3527425" y="4525963"/>
          <p14:tracePt t="12149" x="3540125" y="4525963"/>
          <p14:tracePt t="12156" x="3551238" y="4525963"/>
          <p14:tracePt t="12163" x="3556000" y="4525963"/>
          <p14:tracePt t="12170" x="3562350" y="4521200"/>
          <p14:tracePt t="12178" x="3568700" y="4521200"/>
          <p14:tracePt t="12178" x="3573463" y="4521200"/>
          <p14:tracePt t="12188" x="3579813" y="4521200"/>
          <p14:tracePt t="12198" x="3584575" y="4514850"/>
          <p14:tracePt t="12200" x="3597275" y="4508500"/>
          <p14:tracePt t="12212" x="3619500" y="4503738"/>
          <p14:tracePt t="12219" x="3630613" y="4503738"/>
          <p14:tracePt t="12226" x="3648075" y="4492625"/>
          <p14:tracePt t="12239" x="3670300" y="4481513"/>
          <p14:tracePt t="12247" x="3681413" y="4481513"/>
          <p14:tracePt t="12248" x="3687763" y="4481513"/>
          <p14:tracePt t="12253" x="3687763" y="4475163"/>
          <p14:tracePt t="12919" x="3687763" y="4481513"/>
          <p14:tracePt t="12922" x="3687763" y="4492625"/>
          <p14:tracePt t="12927" x="3687763" y="4497388"/>
          <p14:tracePt t="12934" x="3694113" y="4521200"/>
          <p14:tracePt t="12941" x="3698875" y="4537075"/>
          <p14:tracePt t="12948" x="3705225" y="4549775"/>
          <p14:tracePt t="12955" x="3709988" y="4549775"/>
          <p14:tracePt t="12969" x="3709988" y="4554538"/>
          <p14:tracePt t="12983" x="3716338" y="4554538"/>
          <p14:tracePt t="13056" x="3716338" y="4560888"/>
          <p14:tracePt t="13250" x="3705225" y="4560888"/>
          <p14:tracePt t="13254" x="3694113" y="4560888"/>
          <p14:tracePt t="13258" x="3670300" y="4565650"/>
          <p14:tracePt t="13259" x="3665538" y="4565650"/>
          <p14:tracePt t="13260" x="3652838" y="4572000"/>
          <p14:tracePt t="13263" x="3641725" y="4572000"/>
          <p14:tracePt t="13271" x="3573463" y="4583113"/>
          <p14:tracePt t="13280" x="3454400" y="4600575"/>
          <p14:tracePt t="13288" x="3340100" y="4618038"/>
          <p14:tracePt t="13296" x="3179763" y="4629150"/>
          <p14:tracePt t="13307" x="2986088" y="4635500"/>
          <p14:tracePt t="13316" x="2787650" y="4635500"/>
          <p14:tracePt t="13324" x="2622550" y="4622800"/>
          <p14:tracePt t="13331" x="2462213" y="4611688"/>
          <p14:tracePt t="13337" x="2343150" y="4606925"/>
          <p14:tracePt t="13344" x="2211388" y="4594225"/>
          <p14:tracePt t="13351" x="2092325" y="4583113"/>
          <p14:tracePt t="13365" x="1863725" y="4565650"/>
          <p14:tracePt t="13366" x="1841500" y="4565650"/>
          <p14:tracePt t="13367" x="1824038" y="4560888"/>
          <p14:tracePt t="13368" x="1812925" y="4560888"/>
          <p14:tracePt t="13369" x="1795463" y="4554538"/>
          <p14:tracePt t="13369" x="1778000" y="4554538"/>
          <p14:tracePt t="13379" x="1681163" y="4549775"/>
          <p14:tracePt t="13386" x="1590675" y="4543425"/>
          <p14:tracePt t="13400" x="1476375" y="4525963"/>
          <p14:tracePt t="13401" x="1465263" y="4525963"/>
          <p14:tracePt t="13414" x="1419225" y="4525963"/>
          <p14:tracePt t="13428" x="1397000" y="4525963"/>
          <p14:tracePt t="13478" x="1390650" y="4525963"/>
          <p14:tracePt t="13480" x="1384300" y="4525963"/>
          <p14:tracePt t="13485" x="1379538" y="4525963"/>
          <p14:tracePt t="13490" x="1373188" y="4525963"/>
          <p14:tracePt t="13491" x="1362075" y="4525963"/>
          <p14:tracePt t="13492" x="1362075" y="4532313"/>
          <p14:tracePt t="13504" x="1322388" y="4537075"/>
          <p14:tracePt t="13510" x="1293813" y="4549775"/>
          <p14:tracePt t="13517" x="1271588" y="4549775"/>
          <p14:tracePt t="13525" x="1247775" y="4549775"/>
          <p14:tracePt t="13538" x="1219200" y="4554538"/>
          <p14:tracePt t="13539" x="1214438" y="4554538"/>
          <p14:tracePt t="13540" x="1208088" y="4554538"/>
          <p14:tracePt t="13545" x="1203325" y="4554538"/>
          <p14:tracePt t="13552" x="1185863" y="4554538"/>
          <p14:tracePt t="13566" x="1146175" y="4554538"/>
          <p14:tracePt t="13580" x="1117600" y="4554538"/>
          <p14:tracePt t="13581" x="1111250" y="4554538"/>
          <p14:tracePt t="13587" x="1100138" y="4554538"/>
          <p14:tracePt t="13594" x="1089025" y="4554538"/>
          <p14:tracePt t="13595" x="1082675" y="4554538"/>
          <p14:tracePt t="13608" x="1065213" y="4554538"/>
          <p14:tracePt t="13615" x="1054100" y="4543425"/>
          <p14:tracePt t="13629" x="1031875" y="4543425"/>
          <p14:tracePt t="13635" x="1020763" y="4543425"/>
          <p14:tracePt t="13649" x="1014413" y="4543425"/>
          <p14:tracePt t="13801" x="1009650" y="4543425"/>
          <p14:tracePt t="13811" x="1003300" y="4543425"/>
          <p14:tracePt t="13818" x="996950" y="4543425"/>
          <p14:tracePt t="13825" x="992188" y="4543425"/>
          <p14:tracePt t="13830" x="985838" y="4543425"/>
          <p14:tracePt t="13837" x="985838" y="4549775"/>
          <p14:tracePt t="13929" x="981075" y="4549775"/>
          <p14:tracePt t="13936" x="974725" y="4549775"/>
          <p14:tracePt t="13939" x="974725" y="4554538"/>
          <p14:tracePt t="13941" x="968375" y="4554538"/>
          <p14:tracePt t="13949" x="957263" y="4560888"/>
          <p14:tracePt t="13961" x="946150" y="4565650"/>
          <p14:tracePt t="13969" x="928688" y="4572000"/>
          <p14:tracePt t="13977" x="923925" y="4578350"/>
          <p14:tracePt t="13982" x="911225" y="4578350"/>
          <p14:tracePt t="13990" x="906463" y="4578350"/>
          <p14:tracePt t="13996" x="900113" y="4583113"/>
          <p14:tracePt t="14003" x="889000" y="4583113"/>
          <p14:tracePt t="14193" x="884238" y="4583113"/>
          <p14:tracePt t="14349" x="884238" y="4589463"/>
          <p14:tracePt t="14354" x="884238" y="4594225"/>
          <p14:tracePt t="14357" x="877888" y="4594225"/>
          <p14:tracePt t="14365" x="871538" y="4606925"/>
          <p14:tracePt t="14372" x="860425" y="4622800"/>
          <p14:tracePt t="14378" x="849313" y="4635500"/>
          <p14:tracePt t="14385" x="838200" y="4646613"/>
          <p14:tracePt t="14392" x="831850" y="4651375"/>
          <p14:tracePt t="14399" x="820738" y="4662488"/>
          <p14:tracePt t="14406" x="814388" y="4668838"/>
          <p14:tracePt t="14420" x="809625" y="4675188"/>
          <p14:tracePt t="14475" x="809625" y="4679950"/>
          <p14:tracePt t="14478" x="809625" y="4686300"/>
          <p14:tracePt t="14483" x="809625" y="4691063"/>
          <p14:tracePt t="14490" x="809625" y="4708525"/>
          <p14:tracePt t="14497" x="820738" y="4743450"/>
          <p14:tracePt t="14498" x="831850" y="4754563"/>
          <p14:tracePt t="14499" x="838200" y="4760913"/>
          <p14:tracePt t="14499" x="838200" y="4765675"/>
          <p14:tracePt t="14504" x="860425" y="4783138"/>
          <p14:tracePt t="14517" x="985838" y="4891088"/>
          <p14:tracePt t="14532" x="1225550" y="5011738"/>
          <p14:tracePt t="14545" x="1533525" y="5108575"/>
          <p14:tracePt t="14560" x="1885950" y="5187950"/>
          <p14:tracePt t="14561" x="1982788" y="5205413"/>
          <p14:tracePt t="14561" x="2006600" y="5210175"/>
          <p14:tracePt t="14566" x="2097088" y="5221288"/>
          <p14:tracePt t="14573" x="2308225" y="5256213"/>
          <p14:tracePt t="14580" x="2484438" y="5273675"/>
          <p14:tracePt t="14587" x="2679700" y="5295900"/>
          <p14:tracePt t="14594" x="2827338" y="5313363"/>
          <p14:tracePt t="14601" x="2941638" y="5324475"/>
          <p14:tracePt t="14608" x="3032125" y="5330825"/>
          <p14:tracePt t="14609" x="3054350" y="5335588"/>
          <p14:tracePt t="14610" x="3067050" y="5335588"/>
          <p14:tracePt t="14610" x="3078163" y="5335588"/>
          <p14:tracePt t="14611" x="3095625" y="5341938"/>
          <p14:tracePt t="14615" x="3135313" y="5341938"/>
          <p14:tracePt t="14629" x="3317875" y="5353050"/>
          <p14:tracePt t="14643" x="3540125" y="5359400"/>
          <p14:tracePt t="14643" x="3579813" y="5359400"/>
          <p14:tracePt t="14649" x="3665538" y="5359400"/>
          <p14:tracePt t="14656" x="3802063" y="5359400"/>
          <p14:tracePt t="14663" x="3921125" y="5353050"/>
          <p14:tracePt t="14670" x="4103688" y="5346700"/>
          <p14:tracePt t="14677" x="4257675" y="5341938"/>
          <p14:tracePt t="14678" x="4321175" y="5335588"/>
          <p14:tracePt t="14684" x="4433888" y="5330825"/>
          <p14:tracePt t="14691" x="4627563" y="5313363"/>
          <p14:tracePt t="14698" x="4799013" y="5302250"/>
          <p14:tracePt t="14705" x="5010150" y="5289550"/>
          <p14:tracePt t="14712" x="5175250" y="5284788"/>
          <p14:tracePt t="14726" x="5551488" y="5273675"/>
          <p14:tracePt t="14733" x="5699125" y="5273675"/>
          <p14:tracePt t="14734" x="5756275" y="5273675"/>
          <p14:tracePt t="14734" x="5780088" y="5273675"/>
          <p14:tracePt t="14740" x="5870575" y="5273675"/>
          <p14:tracePt t="14741" x="5910263" y="5273675"/>
          <p14:tracePt t="14741" x="5934075" y="5273675"/>
          <p14:tracePt t="14746" x="6019800" y="5273675"/>
          <p14:tracePt t="14753" x="6149975" y="5278438"/>
          <p14:tracePt t="14768" x="6400800" y="5284788"/>
          <p14:tracePt t="14770" x="6446838" y="5289550"/>
          <p14:tracePt t="14770" x="6457950" y="5289550"/>
          <p14:tracePt t="14774" x="6497638" y="5295900"/>
          <p14:tracePt t="14788" x="6629400" y="5302250"/>
          <p14:tracePt t="14795" x="6691313" y="5307013"/>
          <p14:tracePt t="14809" x="6777038" y="5313363"/>
          <p14:tracePt t="14816" x="6823075" y="5313363"/>
          <p14:tracePt t="14830" x="6948488" y="5324475"/>
          <p14:tracePt t="14837" x="7034213" y="5335588"/>
          <p14:tracePt t="14838" x="7056438" y="5335588"/>
          <p14:tracePt t="14839" x="7067550" y="5335588"/>
          <p14:tracePt t="14839" x="7078663" y="5335588"/>
          <p14:tracePt t="14844" x="7118350" y="5335588"/>
          <p14:tracePt t="14845" x="7146925" y="5335588"/>
          <p14:tracePt t="14858" x="7358063" y="5341938"/>
          <p14:tracePt t="14859" x="7397750" y="5341938"/>
          <p14:tracePt t="14859" x="7415213" y="5341938"/>
          <p14:tracePt t="14865" x="7489825" y="5341938"/>
          <p14:tracePt t="14866" x="7529513" y="5341938"/>
          <p14:tracePt t="14867" x="7546975" y="5341938"/>
          <p14:tracePt t="14867" x="7564438" y="5341938"/>
          <p14:tracePt t="14871" x="7615238" y="5341938"/>
          <p14:tracePt t="14887" x="7940675" y="5341938"/>
          <p14:tracePt t="14892" x="8053388" y="5341938"/>
          <p14:tracePt t="14899" x="8185150" y="5341938"/>
          <p14:tracePt t="14906" x="8332788" y="5341938"/>
          <p14:tracePt t="14913" x="8435975" y="5341938"/>
          <p14:tracePt t="14920" x="8561388" y="5346700"/>
          <p14:tracePt t="14927" x="8658225" y="5353050"/>
          <p14:tracePt t="14934" x="8766175" y="5353050"/>
          <p14:tracePt t="14941" x="8869363" y="5353050"/>
          <p14:tracePt t="14948" x="8955088" y="5353050"/>
          <p14:tracePt t="14956" x="9039225" y="5346700"/>
          <p14:tracePt t="14957" x="9085263" y="5341938"/>
          <p14:tracePt t="14958" x="9096375" y="5341938"/>
          <p14:tracePt t="14958" x="9109075" y="5341938"/>
          <p14:tracePt t="14962" x="9131300" y="5341938"/>
          <p14:tracePt t="14969" x="9210675" y="5335588"/>
          <p14:tracePt t="14976" x="9296400" y="5330825"/>
          <p14:tracePt t="14983" x="9375775" y="5330825"/>
          <p14:tracePt t="14990" x="9450388" y="5324475"/>
          <p14:tracePt t="14996" x="9512300" y="5324475"/>
          <p14:tracePt t="15004" x="9564688" y="5324475"/>
          <p14:tracePt t="15011" x="9615488" y="5318125"/>
          <p14:tracePt t="15017" x="9637713" y="5313363"/>
          <p14:tracePt t="15024" x="9655175" y="5313363"/>
          <p14:tracePt t="15031" x="9661525" y="5313363"/>
          <p14:tracePt t="15075" x="9666288" y="5313363"/>
          <p14:tracePt t="15081" x="9672638" y="5307013"/>
          <p14:tracePt t="15084" x="9678988" y="5307013"/>
          <p14:tracePt t="15088" x="9683750" y="5307013"/>
          <p14:tracePt t="15089" x="9690100" y="5307013"/>
          <p14:tracePt t="15089" x="9694863" y="5307013"/>
          <p14:tracePt t="15101" x="9740900" y="5302250"/>
          <p14:tracePt t="15115" x="9826625" y="5289550"/>
          <p14:tracePt t="15116" x="9861550" y="5278438"/>
          <p14:tracePt t="15117" x="9866313" y="5278438"/>
          <p14:tracePt t="15117" x="9872663" y="5278438"/>
          <p14:tracePt t="15121" x="9894888" y="5273675"/>
          <p14:tracePt t="15129" x="9952038" y="5273675"/>
          <p14:tracePt t="15143" x="10055225" y="5256213"/>
          <p14:tracePt t="15149" x="10106025" y="5256213"/>
          <p14:tracePt t="15156" x="10152063" y="5249863"/>
          <p14:tracePt t="15164" x="10185400" y="5249863"/>
          <p14:tracePt t="15170" x="10213975" y="5245100"/>
          <p14:tracePt t="15177" x="10242550" y="5245100"/>
          <p14:tracePt t="15184" x="10264775" y="5245100"/>
          <p14:tracePt t="15191" x="10288588" y="5238750"/>
          <p14:tracePt t="15198" x="10306050" y="5238750"/>
          <p14:tracePt t="15212" x="10345738" y="5227638"/>
          <p14:tracePt t="15213" x="10350500" y="5227638"/>
          <p14:tracePt t="15219" x="10367963" y="5227638"/>
          <p14:tracePt t="15226" x="10385425" y="5221288"/>
          <p14:tracePt t="15232" x="10402888" y="5210175"/>
          <p14:tracePt t="15239" x="10418763" y="5210175"/>
          <p14:tracePt t="15246" x="10436225" y="5205413"/>
          <p14:tracePt t="15253" x="10453688" y="5199063"/>
          <p14:tracePt t="15260" x="10464800" y="5199063"/>
          <p14:tracePt t="15267" x="10475913" y="5187950"/>
          <p14:tracePt t="15274" x="10487025" y="5187950"/>
          <p14:tracePt t="15281" x="10493375" y="5181600"/>
          <p14:tracePt t="15288" x="10499725" y="5181600"/>
          <p14:tracePt t="15298" x="10504488" y="5181600"/>
          <p14:tracePt t="15302" x="10504488" y="5176838"/>
          <p14:tracePt t="15309" x="10510838" y="5170488"/>
          <p14:tracePt t="15316" x="10515600" y="5164138"/>
          <p14:tracePt t="15323" x="10521950" y="5153025"/>
          <p14:tracePt t="15330" x="10528300" y="5153025"/>
          <p14:tracePt t="15337" x="10533063" y="5141913"/>
          <p14:tracePt t="15344" x="10539413" y="5137150"/>
          <p14:tracePt t="15351" x="10544175" y="5130800"/>
          <p14:tracePt t="15359" x="10550525" y="5130800"/>
          <p14:tracePt t="15359" x="10550525" y="5124450"/>
          <p14:tracePt t="15414" x="10550525" y="5119688"/>
          <p14:tracePt t="15417" x="10550525" y="5113338"/>
          <p14:tracePt t="15420" x="10556875" y="5113338"/>
          <p14:tracePt t="15427" x="10561638" y="5102225"/>
          <p14:tracePt t="15434" x="10572750" y="5091113"/>
          <p14:tracePt t="15441" x="10583863" y="5080000"/>
          <p14:tracePt t="15448" x="10596563" y="5067300"/>
          <p14:tracePt t="15455" x="10601325" y="5056188"/>
          <p14:tracePt t="15462" x="10607675" y="5051425"/>
          <p14:tracePt t="15469" x="10612438" y="5045075"/>
          <p14:tracePt t="15480" x="10612438" y="5038725"/>
          <p14:tracePt t="15502" x="10612438" y="5033963"/>
          <p14:tracePt t="15507" x="10612438" y="5027613"/>
          <p14:tracePt t="15510" x="10612438" y="5022850"/>
          <p14:tracePt t="15517" x="10607675" y="5016500"/>
          <p14:tracePt t="15524" x="10601325" y="5005388"/>
          <p14:tracePt t="15532" x="10601325" y="4999038"/>
          <p14:tracePt t="15539" x="10596563" y="4994275"/>
          <p14:tracePt t="15545" x="10590213" y="4987925"/>
          <p14:tracePt t="15552" x="10583863" y="4976813"/>
          <p14:tracePt t="15559" x="10579100" y="4976813"/>
          <p14:tracePt t="15566" x="10572750" y="4970463"/>
          <p14:tracePt t="15580" x="10561638" y="4965700"/>
          <p14:tracePt t="15587" x="10556875" y="4954588"/>
          <p14:tracePt t="15594" x="10550525" y="4948238"/>
          <p14:tracePt t="15601" x="10539413" y="4948238"/>
          <p14:tracePt t="15608" x="10533063" y="4941888"/>
          <p14:tracePt t="15615" x="10528300" y="4930775"/>
          <p14:tracePt t="15622" x="10521950" y="4926013"/>
          <p14:tracePt t="15629" x="10504488" y="4913313"/>
          <p14:tracePt t="15639" x="10487025" y="4897438"/>
          <p14:tracePt t="15647" x="10475913" y="4879975"/>
          <p14:tracePt t="15655" x="10458450" y="4873625"/>
          <p14:tracePt t="15662" x="10447338" y="4857750"/>
          <p14:tracePt t="15670" x="10436225" y="4851400"/>
          <p14:tracePt t="15676" x="10425113" y="4845050"/>
          <p14:tracePt t="15681" x="10418763" y="4833938"/>
          <p14:tracePt t="15687" x="10414000" y="4833938"/>
          <p14:tracePt t="15695" x="10407650" y="4829175"/>
          <p14:tracePt t="15704" x="10396538" y="4822825"/>
          <p14:tracePt t="15710" x="10390188" y="4822825"/>
          <p14:tracePt t="15715" x="10385425" y="4822825"/>
          <p14:tracePt t="15719" x="10379075" y="4816475"/>
          <p14:tracePt t="15726" x="10367963" y="4811713"/>
          <p14:tracePt t="15733" x="10345738" y="4805363"/>
          <p14:tracePt t="15740" x="10328275" y="4800600"/>
          <p14:tracePt t="15747" x="10306050" y="4794250"/>
          <p14:tracePt t="15761" x="10248900" y="4783138"/>
          <p14:tracePt t="15767" x="10220325" y="4783138"/>
          <p14:tracePt t="15775" x="10174288" y="4772025"/>
          <p14:tracePt t="15781" x="10128250" y="4765675"/>
          <p14:tracePt t="15788" x="10083800" y="4754563"/>
          <p14:tracePt t="15795" x="10026650" y="4754563"/>
          <p14:tracePt t="15802" x="9985375" y="4743450"/>
          <p14:tracePt t="15809" x="9952038" y="4737100"/>
          <p14:tracePt t="15823" x="9901238" y="4725988"/>
          <p14:tracePt t="15830" x="9883775" y="4725988"/>
          <p14:tracePt t="15837" x="9866313" y="4719638"/>
          <p14:tracePt t="15844" x="9855200" y="4719638"/>
          <p14:tracePt t="15851" x="9848850" y="4714875"/>
          <p14:tracePt t="15858" x="9832975" y="4714875"/>
          <p14:tracePt t="15865" x="9820275" y="4708525"/>
          <p14:tracePt t="15871" x="9809163" y="4703763"/>
          <p14:tracePt t="15881" x="9791700" y="4703763"/>
          <p14:tracePt t="15887" x="9769475" y="4697413"/>
          <p14:tracePt t="15892" x="9747250" y="4691063"/>
          <p14:tracePt t="15906" x="9694863" y="4686300"/>
          <p14:tracePt t="15907" x="9690100" y="4686300"/>
          <p14:tracePt t="15908" x="9683750" y="4686300"/>
          <p14:tracePt t="15913" x="9666288" y="4686300"/>
          <p14:tracePt t="15920" x="9632950" y="4679950"/>
          <p14:tracePt t="15927" x="9598025" y="4679950"/>
          <p14:tracePt t="15934" x="9558338" y="4675188"/>
          <p14:tracePt t="15941" x="9518650" y="4668838"/>
          <p14:tracePt t="15948" x="9467850" y="4668838"/>
          <p14:tracePt t="15955" x="9410700" y="4662488"/>
          <p14:tracePt t="15962" x="9359900" y="4657725"/>
          <p14:tracePt t="15969" x="9307513" y="4651375"/>
          <p14:tracePt t="15976" x="9250363" y="4651375"/>
          <p14:tracePt t="15983" x="9188450" y="4646613"/>
          <p14:tracePt t="15990" x="9131300" y="4646613"/>
          <p14:tracePt t="15996" x="9051925" y="4646613"/>
          <p14:tracePt t="16003" x="8977313" y="4640263"/>
          <p14:tracePt t="16010" x="8886825" y="4640263"/>
          <p14:tracePt t="16017" x="8772525" y="4640263"/>
          <p14:tracePt t="16024" x="8691563" y="4640263"/>
          <p14:tracePt t="16031" x="8589963" y="4640263"/>
          <p14:tracePt t="16038" x="8497888" y="4640263"/>
          <p14:tracePt t="16045" x="8407400" y="4640263"/>
          <p14:tracePt t="16052" x="8321675" y="4640263"/>
          <p14:tracePt t="16059" x="8247063" y="4640263"/>
          <p14:tracePt t="16066" x="8167688" y="4640263"/>
          <p14:tracePt t="16073" x="8081963" y="4640263"/>
          <p14:tracePt t="16080" x="8013700" y="4640263"/>
          <p14:tracePt t="16087" x="7945438" y="4646613"/>
          <p14:tracePt t="16094" x="7870825" y="4651375"/>
          <p14:tracePt t="16101" x="7791450" y="4651375"/>
          <p14:tracePt t="16108" x="7712075" y="4657725"/>
          <p14:tracePt t="16115" x="7632700" y="4662488"/>
          <p14:tracePt t="16122" x="7551738" y="4662488"/>
          <p14:tracePt t="16129" x="7454900" y="4668838"/>
          <p14:tracePt t="16136" x="7342188" y="4668838"/>
          <p14:tracePt t="16142" x="7221538" y="4675188"/>
          <p14:tracePt t="16150" x="7118350" y="4675188"/>
          <p14:tracePt t="16156" x="7016750" y="4679950"/>
          <p14:tracePt t="16163" x="6931025" y="4686300"/>
          <p14:tracePt t="16170" x="6845300" y="4697413"/>
          <p14:tracePt t="16178" x="6719888" y="4708525"/>
          <p14:tracePt t="16191" x="6492875" y="4719638"/>
          <p14:tracePt t="16198" x="6354763" y="4725988"/>
          <p14:tracePt t="16205" x="6242050" y="4737100"/>
          <p14:tracePt t="16212" x="6127750" y="4743450"/>
          <p14:tracePt t="16219" x="6019800" y="4754563"/>
          <p14:tracePt t="16226" x="5916613" y="4754563"/>
          <p14:tracePt t="16233" x="5813425" y="4760913"/>
          <p14:tracePt t="16240" x="5705475" y="4765675"/>
          <p14:tracePt t="16247" x="5597525" y="4772025"/>
          <p14:tracePt t="16253" x="5489575" y="4776788"/>
          <p14:tracePt t="16260" x="5386388" y="4787900"/>
          <p14:tracePt t="16268" x="5289550" y="4800600"/>
          <p14:tracePt t="16275" x="5203825" y="4805363"/>
          <p14:tracePt t="16282" x="5100638" y="4811713"/>
          <p14:tracePt t="16289" x="5032375" y="4816475"/>
          <p14:tracePt t="16295" x="4959350" y="4816475"/>
          <p14:tracePt t="16302" x="4891088" y="4816475"/>
          <p14:tracePt t="16309" x="4822825" y="4816475"/>
          <p14:tracePt t="16316" x="4759325" y="4811713"/>
          <p14:tracePt t="16323" x="4702175" y="4811713"/>
          <p14:tracePt t="16330" x="4627563" y="4811713"/>
          <p14:tracePt t="16337" x="4565650" y="4811713"/>
          <p14:tracePt t="16344" x="4491038" y="4811713"/>
          <p14:tracePt t="16351" x="4422775" y="4811713"/>
          <p14:tracePt t="16358" x="4337050" y="4805363"/>
          <p14:tracePt t="16365" x="4246563" y="4805363"/>
          <p14:tracePt t="16371" x="4154488" y="4805363"/>
          <p14:tracePt t="16379" x="4052888" y="4805363"/>
          <p14:tracePt t="16386" x="3944938" y="4805363"/>
          <p14:tracePt t="16400" x="3687763" y="4805363"/>
          <p14:tracePt t="16406" x="3522663" y="4805363"/>
          <p14:tracePt t="16414" x="3414713" y="4805363"/>
          <p14:tracePt t="16420" x="3254375" y="4805363"/>
          <p14:tracePt t="16427" x="3117850" y="4805363"/>
          <p14:tracePt t="16434" x="2998788" y="4805363"/>
          <p14:tracePt t="16441" x="2849563" y="4800600"/>
          <p14:tracePt t="16448" x="2724150" y="4794250"/>
          <p14:tracePt t="16455" x="2605088" y="4783138"/>
          <p14:tracePt t="16462" x="2490788" y="4776788"/>
          <p14:tracePt t="16469" x="2405063" y="4760913"/>
          <p14:tracePt t="16476" x="2303463" y="4748213"/>
          <p14:tracePt t="16484" x="2206625" y="4737100"/>
          <p14:tracePt t="16485" x="2182813" y="4737100"/>
          <p14:tracePt t="16486" x="2178050" y="4737100"/>
          <p14:tracePt t="16490" x="2143125" y="4725988"/>
          <p14:tracePt t="16497" x="2081213" y="4725988"/>
          <p14:tracePt t="16504" x="2006600" y="4719638"/>
          <p14:tracePt t="16511" x="1943100" y="4714875"/>
          <p14:tracePt t="16517" x="1885950" y="4708525"/>
          <p14:tracePt t="16524" x="1835150" y="4703763"/>
          <p14:tracePt t="16531" x="1795463" y="4703763"/>
          <p14:tracePt t="16538" x="1760538" y="4697413"/>
          <p14:tracePt t="16545" x="1720850" y="4691063"/>
          <p14:tracePt t="16552" x="1692275" y="4691063"/>
          <p14:tracePt t="16559" x="1663700" y="4686300"/>
          <p14:tracePt t="16566" x="1630363" y="4686300"/>
          <p14:tracePt t="16573" x="1590675" y="4679950"/>
          <p14:tracePt t="16580" x="1555750" y="4675188"/>
          <p14:tracePt t="16587" x="1522413" y="4675188"/>
          <p14:tracePt t="16594" x="1476375" y="4675188"/>
          <p14:tracePt t="16601" x="1436688" y="4668838"/>
          <p14:tracePt t="16608" x="1401763" y="4668838"/>
          <p14:tracePt t="16615" x="1379538" y="4668838"/>
          <p14:tracePt t="16622" x="1344613" y="4668838"/>
          <p14:tracePt t="16635" x="1282700" y="4668838"/>
          <p14:tracePt t="16642" x="1247775" y="4668838"/>
          <p14:tracePt t="16649" x="1208088" y="4668838"/>
          <p14:tracePt t="16656" x="1162050" y="4668838"/>
          <p14:tracePt t="16663" x="1122363" y="4668838"/>
          <p14:tracePt t="16670" x="1065213" y="4668838"/>
          <p14:tracePt t="16677" x="1014413" y="4668838"/>
          <p14:tracePt t="16684" x="968375" y="4668838"/>
          <p14:tracePt t="16691" x="923925" y="4668838"/>
          <p14:tracePt t="16698" x="877888" y="4668838"/>
          <p14:tracePt t="16705" x="849313" y="4668838"/>
          <p14:tracePt t="16712" x="814388" y="4668838"/>
          <p14:tracePt t="16719" x="792163" y="4668838"/>
          <p14:tracePt t="16726" x="769938" y="4668838"/>
          <p14:tracePt t="16733" x="752475" y="4668838"/>
          <p14:tracePt t="16740" x="723900" y="4668838"/>
          <p14:tracePt t="16746" x="701675" y="4668838"/>
          <p14:tracePt t="16753" x="677863" y="4668838"/>
          <p14:tracePt t="16760" x="649288" y="4668838"/>
          <p14:tracePt t="16767" x="627063" y="4668838"/>
          <p14:tracePt t="16775" x="604838" y="4668838"/>
          <p14:tracePt t="16788" x="569913" y="4675188"/>
          <p14:tracePt t="16795" x="541338" y="4679950"/>
          <p14:tracePt t="16802" x="519113" y="4679950"/>
          <p14:tracePt t="16809" x="495300" y="4686300"/>
          <p14:tracePt t="16823" x="450850" y="4691063"/>
          <p14:tracePt t="16830" x="427038" y="4697413"/>
          <p14:tracePt t="16837" x="411163" y="4697413"/>
          <p14:tracePt t="16844" x="393700" y="4708525"/>
          <p14:tracePt t="16851" x="376238" y="4714875"/>
          <p14:tracePt t="16858" x="358775" y="4725988"/>
          <p14:tracePt t="16865" x="347663" y="4737100"/>
          <p14:tracePt t="16872" x="336550" y="4743450"/>
          <p14:tracePt t="16879" x="325438" y="4754563"/>
          <p14:tracePt t="16889" x="319088" y="4765675"/>
          <p14:tracePt t="16898" x="312738" y="4772025"/>
          <p14:tracePt t="16906" x="312738" y="4787900"/>
          <p14:tracePt t="16915" x="307975" y="4800600"/>
          <p14:tracePt t="16922" x="307975" y="4822825"/>
          <p14:tracePt t="16928" x="307975" y="4833938"/>
          <p14:tracePt t="16935" x="307975" y="4851400"/>
          <p14:tracePt t="16947" x="307975" y="4886325"/>
          <p14:tracePt t="16954" x="307975" y="4897438"/>
          <p14:tracePt t="16959" x="312738" y="4913313"/>
          <p14:tracePt t="16965" x="319088" y="4930775"/>
          <p14:tracePt t="16971" x="325438" y="4937125"/>
          <p14:tracePt t="16983" x="347663" y="4970463"/>
          <p14:tracePt t="16990" x="369888" y="4994275"/>
          <p14:tracePt t="17004" x="433388" y="5038725"/>
          <p14:tracePt t="17005" x="444500" y="5051425"/>
          <p14:tracePt t="17018" x="519113" y="5080000"/>
          <p14:tracePt t="17019" x="541338" y="5091113"/>
          <p14:tracePt t="17019" x="552450" y="5091113"/>
          <p14:tracePt t="17024" x="598488" y="5108575"/>
          <p14:tracePt t="17039" x="792163" y="5141913"/>
          <p14:tracePt t="17053" x="1093788" y="5187950"/>
          <p14:tracePt t="17066" x="1373188" y="5216525"/>
          <p14:tracePt t="17080" x="1663700" y="5245100"/>
          <p14:tracePt t="17087" x="1817688" y="5256213"/>
          <p14:tracePt t="17101" x="2028825" y="5278438"/>
          <p14:tracePt t="17108" x="2132013" y="5284788"/>
          <p14:tracePt t="17122" x="2286000" y="5295900"/>
          <p14:tracePt t="17122" x="2308225" y="5295900"/>
          <p14:tracePt t="17128" x="2359025" y="5295900"/>
          <p14:tracePt t="17136" x="2444750" y="5295900"/>
          <p14:tracePt t="17137" x="2468563" y="5302250"/>
          <p14:tracePt t="17138" x="2479675" y="5302250"/>
          <p14:tracePt t="17149" x="2622550" y="5307013"/>
          <p14:tracePt t="17156" x="2724150" y="5307013"/>
          <p14:tracePt t="17170" x="2941638" y="5313363"/>
          <p14:tracePt t="17177" x="3054350" y="5318125"/>
          <p14:tracePt t="17191" x="3317875" y="5324475"/>
          <p14:tracePt t="17205" x="3659188" y="5353050"/>
          <p14:tracePt t="17212" x="3813175" y="5364163"/>
          <p14:tracePt t="17226" x="4303713" y="5387975"/>
          <p14:tracePt t="17233" x="4543425" y="5392738"/>
          <p14:tracePt t="17247" x="5049838" y="5410200"/>
          <p14:tracePt t="17253" x="5260975" y="5410200"/>
          <p14:tracePt t="17267" x="5694363" y="5410200"/>
          <p14:tracePt t="17268" x="5762625" y="5410200"/>
          <p14:tracePt t="17274" x="5848350" y="5410200"/>
          <p14:tracePt t="17281" x="6042025" y="5410200"/>
          <p14:tracePt t="17295" x="6281738" y="5410200"/>
          <p14:tracePt t="17296" x="6315075" y="5410200"/>
          <p14:tracePt t="17297" x="6326188" y="5410200"/>
          <p14:tracePt t="17302" x="6383338" y="5410200"/>
          <p14:tracePt t="17316" x="6554788" y="5410200"/>
          <p14:tracePt t="17323" x="6623050" y="5410200"/>
          <p14:tracePt t="17324" x="6634163" y="5410200"/>
          <p14:tracePt t="17325" x="6640513" y="5410200"/>
          <p14:tracePt t="17325" x="6645275" y="5410200"/>
          <p14:tracePt t="17330" x="6662738" y="5410200"/>
          <p14:tracePt t="17344" x="6726238" y="5410200"/>
          <p14:tracePt t="17351" x="6743700" y="5410200"/>
          <p14:tracePt t="17352" x="6748463" y="5410200"/>
          <p14:tracePt t="17358" x="6759575" y="5410200"/>
          <p14:tracePt t="17442" x="6759575" y="5414963"/>
          <p14:tracePt t="17445" x="6759575" y="5421313"/>
          <p14:tracePt t="17449" x="6759575" y="5427663"/>
          <p14:tracePt t="17450" x="6759575" y="5432425"/>
          <p14:tracePt t="17455" x="6759575" y="5443538"/>
          <p14:tracePt t="17462" x="6754813" y="5478463"/>
          <p14:tracePt t="17469" x="6754813" y="5524500"/>
          <p14:tracePt t="17483" x="6754813" y="5638800"/>
          <p14:tracePt t="17497" x="6754813" y="5746750"/>
          <p14:tracePt t="17504" x="6754813" y="5780088"/>
          <p14:tracePt t="17511" x="6754813" y="5808663"/>
          <p14:tracePt t="17931" x="6754813" y="5803900"/>
          <p14:tracePt t="17936" x="6754813" y="5797550"/>
          <p14:tracePt t="17942" x="6754813" y="5791200"/>
          <p14:tracePt t="17942" x="6754813" y="5786438"/>
          <p14:tracePt t="17949" x="6759575" y="5780088"/>
          <p14:tracePt t="17962" x="6759575" y="5775325"/>
          <p14:tracePt t="17969" x="6759575" y="5764213"/>
          <p14:tracePt t="17983" x="6765925" y="5751513"/>
          <p14:tracePt t="18118" x="6765925" y="5746750"/>
          <p14:tracePt t="18123" x="6765925" y="5740400"/>
          <p14:tracePt t="18127" x="6765925" y="5735638"/>
          <p14:tracePt t="18128" x="6765925" y="5729288"/>
          <p14:tracePt t="18135" x="6770688" y="5718175"/>
          <p14:tracePt t="18142" x="6770688" y="5707063"/>
          <p14:tracePt t="18150" x="6777038" y="5689600"/>
          <p14:tracePt t="18156" x="6777038" y="5683250"/>
          <p14:tracePt t="18163" x="6783388" y="5672138"/>
          <p14:tracePt t="18171" x="6783388" y="5661025"/>
          <p14:tracePt t="18345" x="6783388" y="5654675"/>
          <p14:tracePt t="18492" x="6788150" y="5654675"/>
          <p14:tracePt t="18811" x="6783388" y="5654675"/>
          <p14:tracePt t="18813" x="6777038" y="5654675"/>
          <p14:tracePt t="18816" x="6770688" y="5654675"/>
          <p14:tracePt t="18823" x="6743700" y="5661025"/>
          <p14:tracePt t="18837" x="6640513" y="5678488"/>
          <p14:tracePt t="18838" x="6618288" y="5683250"/>
          <p14:tracePt t="18839" x="6605588" y="5683250"/>
          <p14:tracePt t="18844" x="6561138" y="5694363"/>
          <p14:tracePt t="18851" x="6497638" y="5707063"/>
          <p14:tracePt t="18865" x="6292850" y="5746750"/>
          <p14:tracePt t="18866" x="6257925" y="5746750"/>
          <p14:tracePt t="18866" x="6246813" y="5751513"/>
          <p14:tracePt t="18871" x="6172200" y="5757863"/>
          <p14:tracePt t="18879" x="6030913" y="5775325"/>
          <p14:tracePt t="18892" x="5762625" y="5786438"/>
          <p14:tracePt t="18900" x="5551488" y="5791200"/>
          <p14:tracePt t="18901" x="5505450" y="5797550"/>
          <p14:tracePt t="18901" x="5489575" y="5797550"/>
          <p14:tracePt t="18906" x="5386388" y="5797550"/>
          <p14:tracePt t="18913" x="5210175" y="5797550"/>
          <p14:tracePt t="18920" x="5073650" y="5797550"/>
          <p14:tracePt t="18928" x="4902200" y="5797550"/>
          <p14:tracePt t="18928" x="4822825" y="5797550"/>
          <p14:tracePt t="18934" x="4737100" y="5797550"/>
          <p14:tracePt t="18941" x="4576763" y="5797550"/>
          <p14:tracePt t="18948" x="4418013" y="5797550"/>
          <p14:tracePt t="18955" x="4264025" y="5791200"/>
          <p14:tracePt t="18956" x="4178300" y="5791200"/>
          <p14:tracePt t="18957" x="4154488" y="5791200"/>
          <p14:tracePt t="18962" x="4052888" y="5791200"/>
          <p14:tracePt t="18969" x="3887788" y="5791200"/>
          <p14:tracePt t="18976" x="3722688" y="5786438"/>
          <p14:tracePt t="18977" x="3681413" y="5786438"/>
          <p14:tracePt t="18977" x="3659188" y="5786438"/>
          <p14:tracePt t="18983" x="3556000" y="5775325"/>
          <p14:tracePt t="18990" x="3386138" y="5764213"/>
          <p14:tracePt t="18997" x="3243263" y="5751513"/>
          <p14:tracePt t="18998" x="3208338" y="5746750"/>
          <p14:tracePt t="18999" x="3179763" y="5746750"/>
          <p14:tracePt t="19003" x="3124200" y="5735638"/>
          <p14:tracePt t="19011" x="2963863" y="5729288"/>
          <p14:tracePt t="19012" x="2928938" y="5718175"/>
          <p14:tracePt t="19013" x="2913063" y="5718175"/>
          <p14:tracePt t="19014" x="2895600" y="5718175"/>
          <p14:tracePt t="19014" x="2884488" y="5718175"/>
          <p14:tracePt t="19017" x="2855913" y="5718175"/>
          <p14:tracePt t="19024" x="2752725" y="5707063"/>
          <p14:tracePt t="19031" x="2662238" y="5700713"/>
          <p14:tracePt t="19045" x="2513013" y="5683250"/>
          <p14:tracePt t="19059" x="2387600" y="5683250"/>
          <p14:tracePt t="19060" x="2371725" y="5683250"/>
          <p14:tracePt t="19061" x="2359025" y="5683250"/>
          <p14:tracePt t="19062" x="2354263" y="5683250"/>
          <p14:tracePt t="19062" x="2347913" y="5683250"/>
          <p14:tracePt t="19066" x="2325688" y="5683250"/>
          <p14:tracePt t="19080" x="2211388" y="5683250"/>
          <p14:tracePt t="19094" x="2114550" y="5683250"/>
          <p14:tracePt t="19101" x="2068513" y="5683250"/>
          <p14:tracePt t="19115" x="1960563" y="5678488"/>
          <p14:tracePt t="19129" x="1874838" y="5678488"/>
          <p14:tracePt t="19143" x="1801813" y="5665788"/>
          <p14:tracePt t="19149" x="1766888" y="5661025"/>
          <p14:tracePt t="19163" x="1716088" y="5654675"/>
          <p14:tracePt t="19177" x="1676400" y="5649913"/>
          <p14:tracePt t="19192" x="1658938" y="5649913"/>
          <p14:tracePt t="19198" x="1658938" y="5643563"/>
          <p14:tracePt t="19251" x="1652588" y="5643563"/>
          <p14:tracePt t="19271" x="1647825" y="5643563"/>
          <p14:tracePt t="19273" x="1647825" y="5638800"/>
          <p14:tracePt t="19281" x="1641475" y="5638800"/>
          <p14:tracePt t="19283" x="1641475" y="5632450"/>
          <p14:tracePt t="19289" x="1641475" y="5626100"/>
          <p14:tracePt t="19298" x="1635125" y="5626100"/>
          <p14:tracePt t="19305" x="1630363" y="5621338"/>
          <p14:tracePt t="19367" x="1630363" y="5614988"/>
          <p14:tracePt t="19481" x="1624013" y="5614988"/>
          <p14:tracePt t="19492" x="1619250" y="5614988"/>
          <p14:tracePt t="19500" x="1612900" y="5614988"/>
          <p14:tracePt t="19511" x="1608138" y="5614988"/>
          <p14:tracePt t="19519" x="1601788" y="5614988"/>
          <p14:tracePt t="19524" x="1595438" y="5614988"/>
          <p14:tracePt t="19540" x="1590675" y="5614988"/>
          <p14:tracePt t="19550" x="1584325" y="5614988"/>
          <p14:tracePt t="19561" x="1579563" y="5614988"/>
          <p14:tracePt t="19568" x="1573213" y="5614988"/>
          <p14:tracePt t="19574" x="1566863" y="5614988"/>
          <p14:tracePt t="19587" x="1555750" y="5614988"/>
          <p14:tracePt t="19594" x="1544638" y="5610225"/>
          <p14:tracePt t="19608" x="1522413" y="5610225"/>
          <p14:tracePt t="19615" x="1504950" y="5610225"/>
          <p14:tracePt t="19629" x="1476375" y="5610225"/>
          <p14:tracePt t="19636" x="1465263" y="5610225"/>
          <p14:tracePt t="19637" x="1458913" y="5610225"/>
          <p14:tracePt t="19643" x="1454150" y="5610225"/>
          <p14:tracePt t="19656" x="1436688" y="5610225"/>
          <p14:tracePt t="19663" x="1425575" y="5610225"/>
          <p14:tracePt t="19670" x="1419225" y="5610225"/>
          <p14:tracePt t="19677" x="1408113" y="5610225"/>
          <p14:tracePt t="19691" x="1397000" y="5610225"/>
          <p14:tracePt t="19698" x="1390650" y="5610225"/>
          <p14:tracePt t="19713" x="1368425" y="5614988"/>
          <p14:tracePt t="19713" x="1362075" y="5614988"/>
          <p14:tracePt t="19726" x="1339850" y="5614988"/>
          <p14:tracePt t="19740" x="1300163" y="5621338"/>
          <p14:tracePt t="19741" x="1293813" y="5621338"/>
          <p14:tracePt t="19754" x="1247775" y="5632450"/>
          <p14:tracePt t="19760" x="1214438" y="5632450"/>
          <p14:tracePt t="19768" x="1185863" y="5632450"/>
          <p14:tracePt t="19782" x="1128713" y="5632450"/>
          <p14:tracePt t="19788" x="1106488" y="5632450"/>
          <p14:tracePt t="19795" x="1089025" y="5632450"/>
          <p14:tracePt t="19809" x="1060450" y="5632450"/>
          <p14:tracePt t="19816" x="1049338" y="5632450"/>
          <p14:tracePt t="19823" x="1036638" y="5632450"/>
          <p14:tracePt t="19830" x="1031875" y="5632450"/>
          <p14:tracePt t="19844" x="1014413" y="5626100"/>
          <p14:tracePt t="19858" x="996950" y="5626100"/>
          <p14:tracePt t="19865" x="985838" y="5626100"/>
          <p14:tracePt t="19872" x="974725" y="5626100"/>
          <p14:tracePt t="19880" x="968375" y="5626100"/>
          <p14:tracePt t="19892" x="957263" y="5621338"/>
          <p14:tracePt t="19899" x="952500" y="5621338"/>
          <p14:tracePt t="19906" x="946150" y="5621338"/>
          <p14:tracePt t="19914" x="939800" y="5621338"/>
          <p14:tracePt t="19920" x="935038" y="5621338"/>
          <p14:tracePt t="19927" x="928688" y="5621338"/>
          <p14:tracePt t="19968" x="923925" y="5621338"/>
          <p14:tracePt t="19991" x="917575" y="5621338"/>
          <p14:tracePt t="20001" x="911225" y="5621338"/>
          <p14:tracePt t="20005" x="906463" y="5621338"/>
          <p14:tracePt t="20010" x="906463" y="5626100"/>
          <p14:tracePt t="20017" x="900113" y="5632450"/>
          <p14:tracePt t="20024" x="895350" y="5638800"/>
          <p14:tracePt t="20031" x="889000" y="5643563"/>
          <p14:tracePt t="20038" x="884238" y="5649913"/>
          <p14:tracePt t="20046" x="877888" y="5654675"/>
          <p14:tracePt t="20052" x="877888" y="5661025"/>
          <p14:tracePt t="20059" x="871538" y="5661025"/>
          <p14:tracePt t="20066" x="871538" y="5665788"/>
          <p14:tracePt t="20074" x="866775" y="5672138"/>
          <p14:tracePt t="20080" x="866775" y="5678488"/>
          <p14:tracePt t="20087" x="860425" y="5683250"/>
          <p14:tracePt t="20094" x="855663" y="5689600"/>
          <p14:tracePt t="20101" x="855663" y="5694363"/>
          <p14:tracePt t="20108" x="849313" y="5700713"/>
          <p14:tracePt t="20115" x="842963" y="5707063"/>
          <p14:tracePt t="20116" x="842963" y="5711825"/>
          <p14:tracePt t="20121" x="842963" y="5718175"/>
          <p14:tracePt t="20128" x="831850" y="5722938"/>
          <p14:tracePt t="20136" x="831850" y="5729288"/>
          <p14:tracePt t="20142" x="827088" y="5729288"/>
          <p14:tracePt t="20158" x="827088" y="5735638"/>
          <p14:tracePt t="20164" x="820738" y="5735638"/>
          <p14:tracePt t="20184" x="820738" y="5740400"/>
          <p14:tracePt t="20199" x="820738" y="5746750"/>
          <p14:tracePt t="20202" x="814388" y="5746750"/>
          <p14:tracePt t="20226" x="814388" y="5751513"/>
          <p14:tracePt t="20234" x="814388" y="5757863"/>
          <p14:tracePt t="20234" x="809625" y="5757863"/>
          <p14:tracePt t="20241" x="809625" y="5764213"/>
          <p14:tracePt t="20248" x="809625" y="5768975"/>
          <p14:tracePt t="20248" x="809625" y="5775325"/>
          <p14:tracePt t="20252" x="803275" y="5775325"/>
          <p14:tracePt t="20253" x="803275" y="5780088"/>
          <p14:tracePt t="20260" x="803275" y="5791200"/>
          <p14:tracePt t="20267" x="803275" y="5808663"/>
          <p14:tracePt t="20274" x="803275" y="5826125"/>
          <p14:tracePt t="20281" x="814388" y="5843588"/>
          <p14:tracePt t="20288" x="820738" y="5854700"/>
          <p14:tracePt t="20295" x="831850" y="5872163"/>
          <p14:tracePt t="20302" x="842963" y="5883275"/>
          <p14:tracePt t="20309" x="855663" y="5889625"/>
          <p14:tracePt t="20316" x="866775" y="5894388"/>
          <p14:tracePt t="20323" x="871538" y="5894388"/>
          <p14:tracePt t="20330" x="871538" y="5900738"/>
          <p14:tracePt t="20337" x="877888" y="5900738"/>
          <p14:tracePt t="20345" x="884238" y="5900738"/>
          <p14:tracePt t="20357" x="889000" y="5900738"/>
          <p14:tracePt t="20366" x="889000" y="5905500"/>
          <p14:tracePt t="20369" x="889000" y="5911850"/>
          <p14:tracePt t="20372" x="895350" y="5911850"/>
          <p14:tracePt t="20379" x="900113" y="5911850"/>
          <p14:tracePt t="20385" x="923925" y="5911850"/>
          <p14:tracePt t="20392" x="939800" y="5916613"/>
          <p14:tracePt t="20400" x="968375" y="5916613"/>
          <p14:tracePt t="20414" x="1014413" y="5929313"/>
          <p14:tracePt t="20420" x="1042988" y="5934075"/>
          <p14:tracePt t="20428" x="1071563" y="5940425"/>
          <p14:tracePt t="20434" x="1100138" y="5945188"/>
          <p14:tracePt t="20441" x="1135063" y="5957888"/>
          <p14:tracePt t="20448" x="1168400" y="5962650"/>
          <p14:tracePt t="20455" x="1196975" y="5969000"/>
          <p14:tracePt t="20462" x="1243013" y="5980113"/>
          <p14:tracePt t="20469" x="1282700" y="5991225"/>
          <p14:tracePt t="20476" x="1339850" y="6002338"/>
          <p14:tracePt t="20483" x="1412875" y="6019800"/>
          <p14:tracePt t="20490" x="1493838" y="6030913"/>
          <p14:tracePt t="20504" x="1692275" y="6059488"/>
          <p14:tracePt t="20510" x="1789113" y="6070600"/>
          <p14:tracePt t="20517" x="1903413" y="6088063"/>
          <p14:tracePt t="20525" x="2000250" y="6099175"/>
          <p14:tracePt t="20532" x="2114550" y="6111875"/>
          <p14:tracePt t="20545" x="2268538" y="6127750"/>
          <p14:tracePt t="20552" x="2330450" y="6127750"/>
          <p14:tracePt t="20559" x="2376488" y="6127750"/>
          <p14:tracePt t="20566" x="2411413" y="6127750"/>
          <p14:tracePt t="20573" x="2433638" y="6134100"/>
          <p14:tracePt t="20580" x="2462213" y="6134100"/>
          <p14:tracePt t="20587" x="2490788" y="6134100"/>
          <p14:tracePt t="20594" x="2519363" y="6134100"/>
          <p14:tracePt t="20601" x="2554288" y="6134100"/>
          <p14:tracePt t="20608" x="2587625" y="6134100"/>
          <p14:tracePt t="20615" x="2622550" y="6134100"/>
          <p14:tracePt t="20622" x="2667000" y="6134100"/>
          <p14:tracePt t="20628" x="2724150" y="6134100"/>
          <p14:tracePt t="20635" x="2781300" y="6134100"/>
          <p14:tracePt t="20642" x="2849563" y="6134100"/>
          <p14:tracePt t="20649" x="2924175" y="6134100"/>
          <p14:tracePt t="20656" x="3003550" y="6134100"/>
          <p14:tracePt t="20663" x="3078163" y="6134100"/>
          <p14:tracePt t="20670" x="3175000" y="6145213"/>
          <p14:tracePt t="20677" x="3282950" y="6145213"/>
          <p14:tracePt t="20684" x="3362325" y="6156325"/>
          <p14:tracePt t="20691" x="3471863" y="6162675"/>
          <p14:tracePt t="20698" x="3584575" y="6173788"/>
          <p14:tracePt t="20705" x="3722688" y="6184900"/>
          <p14:tracePt t="20712" x="3835400" y="6196013"/>
          <p14:tracePt t="20719" x="3944938" y="6213475"/>
          <p14:tracePt t="20726" x="4064000" y="6224588"/>
          <p14:tracePt t="20733" x="4178300" y="6237288"/>
          <p14:tracePt t="20740" x="4268788" y="6248400"/>
          <p14:tracePt t="20746" x="4371975" y="6259513"/>
          <p14:tracePt t="20753" x="4468813" y="6270625"/>
          <p14:tracePt t="20760" x="4565650" y="6281738"/>
          <p14:tracePt t="20767" x="4651375" y="6292850"/>
          <p14:tracePt t="20774" x="4737100" y="6299200"/>
          <p14:tracePt t="20781" x="4827588" y="6310313"/>
          <p14:tracePt t="20788" x="4878388" y="6310313"/>
          <p14:tracePt t="20795" x="4987925" y="6316663"/>
          <p14:tracePt t="20802" x="5089525" y="6316663"/>
          <p14:tracePt t="20809" x="5192713" y="6316663"/>
          <p14:tracePt t="20816" x="5300663" y="6305550"/>
          <p14:tracePt t="20823" x="5408613" y="6292850"/>
          <p14:tracePt t="20830" x="5529263" y="6270625"/>
          <p14:tracePt t="20837" x="5672138" y="6242050"/>
          <p14:tracePt t="20844" x="5791200" y="6224588"/>
          <p14:tracePt t="20851" x="5921375" y="6202363"/>
          <p14:tracePt t="20858" x="6046788" y="6184900"/>
          <p14:tracePt t="20865" x="6167438" y="6167438"/>
          <p14:tracePt t="20874" x="6310313" y="6162675"/>
          <p14:tracePt t="20879" x="6407150" y="6156325"/>
          <p14:tracePt t="20893" x="6600825" y="6145213"/>
          <p14:tracePt t="20900" x="6708775" y="6145213"/>
          <p14:tracePt t="20906" x="6788150" y="6140450"/>
          <p14:tracePt t="20913" x="6851650" y="6134100"/>
          <p14:tracePt t="20921" x="6919913" y="6134100"/>
          <p14:tracePt t="20927" x="6965950" y="6127750"/>
          <p14:tracePt t="20934" x="6999288" y="6122988"/>
          <p14:tracePt t="20941" x="7034213" y="6122988"/>
          <p14:tracePt t="20948" x="7045325" y="6116638"/>
          <p14:tracePt t="20955" x="7062788" y="6116638"/>
          <p14:tracePt t="20962" x="7073900" y="6116638"/>
          <p14:tracePt t="20969" x="7085013" y="6111875"/>
          <p14:tracePt t="20986" x="7091363" y="6111875"/>
          <p14:tracePt t="20989" x="7096125" y="6111875"/>
          <p14:tracePt t="20993" x="7107238" y="6111875"/>
          <p14:tracePt t="20994" x="7113588" y="6111875"/>
          <p14:tracePt t="20999" x="7135813" y="6122988"/>
          <p14:tracePt t="21008" x="7204075" y="6151563"/>
          <p14:tracePt t="21015" x="7278688" y="6180138"/>
          <p14:tracePt t="21022" x="7346950" y="6202363"/>
          <p14:tracePt t="21029" x="7426325" y="6219825"/>
          <p14:tracePt t="21035" x="7500938" y="6230938"/>
          <p14:tracePt t="21040" x="7546975" y="6242050"/>
          <p14:tracePt t="21046" x="7591425" y="6248400"/>
          <p14:tracePt t="21056" x="7661275" y="6248400"/>
          <p14:tracePt t="21064" x="7694613" y="6248400"/>
          <p14:tracePt t="21070" x="7705725" y="6248400"/>
          <p14:tracePt t="21102" x="7705725" y="6242050"/>
          <p14:tracePt t="21107" x="7705725" y="6237288"/>
          <p14:tracePt t="21112" x="7705725" y="6230938"/>
          <p14:tracePt t="21115" x="7705725" y="6224588"/>
          <p14:tracePt t="21122" x="7705725" y="6213475"/>
          <p14:tracePt t="21128" x="7705725" y="6202363"/>
          <p14:tracePt t="21135" x="7705725" y="6191250"/>
          <p14:tracePt t="21142" x="7705725" y="6180138"/>
          <p14:tracePt t="21149" x="7705725" y="6156325"/>
          <p14:tracePt t="21156" x="7705725" y="6140450"/>
          <p14:tracePt t="21163" x="7705725" y="6127750"/>
          <p14:tracePt t="21170" x="7705725" y="6116638"/>
          <p14:tracePt t="21177" x="7705725" y="6105525"/>
          <p14:tracePt t="21184" x="7700963" y="6099175"/>
          <p14:tracePt t="21191" x="7700963" y="6088063"/>
          <p14:tracePt t="21198" x="7700963" y="6083300"/>
          <p14:tracePt t="21206" x="7694613" y="6076950"/>
          <p14:tracePt t="21212" x="7689850" y="6076950"/>
          <p14:tracePt t="21219" x="7689850" y="6070600"/>
          <p14:tracePt t="21226" x="7689850" y="6065838"/>
          <p14:tracePt t="21232" x="7683500" y="6065838"/>
          <p14:tracePt t="21240" x="7683500" y="6059488"/>
          <p14:tracePt t="21247" x="7672388" y="6048375"/>
          <p14:tracePt t="21253" x="7661275" y="6030913"/>
          <p14:tracePt t="21261" x="7643813" y="6019800"/>
          <p14:tracePt t="21267" x="7626350" y="6002338"/>
          <p14:tracePt t="21274" x="7604125" y="5986463"/>
          <p14:tracePt t="21281" x="7580313" y="5969000"/>
          <p14:tracePt t="21288" x="7551738" y="5951538"/>
          <p14:tracePt t="21295" x="7529513" y="5934075"/>
          <p14:tracePt t="21302" x="7489825" y="5916613"/>
          <p14:tracePt t="21309" x="7454900" y="5905500"/>
          <p14:tracePt t="21316" x="7404100" y="5883275"/>
          <p14:tracePt t="21323" x="7364413" y="5865813"/>
          <p14:tracePt t="21330" x="7329488" y="5854700"/>
          <p14:tracePt t="21337" x="7296150" y="5843588"/>
          <p14:tracePt t="21344" x="7261225" y="5837238"/>
          <p14:tracePt t="21351" x="7221538" y="5832475"/>
          <p14:tracePt t="21358" x="7181850" y="5819775"/>
          <p14:tracePt t="21365" x="7135813" y="5815013"/>
          <p14:tracePt t="21371" x="7096125" y="5808663"/>
          <p14:tracePt t="21379" x="7050088" y="5803900"/>
          <p14:tracePt t="21385" x="6999288" y="5791200"/>
          <p14:tracePt t="21392" x="6953250" y="5780088"/>
          <p14:tracePt t="21399" x="6913563" y="5775325"/>
          <p14:tracePt t="21406" x="6873875" y="5768975"/>
          <p14:tracePt t="21413" x="6827838" y="5757863"/>
          <p14:tracePt t="21420" x="6770688" y="5746750"/>
          <p14:tracePt t="21427" x="6719888" y="5735638"/>
          <p14:tracePt t="21434" x="6662738" y="5718175"/>
          <p14:tracePt t="21441" x="6611938" y="5711825"/>
          <p14:tracePt t="21448" x="6554788" y="5700713"/>
          <p14:tracePt t="21455" x="6503988" y="5689600"/>
          <p14:tracePt t="21462" x="6457950" y="5678488"/>
          <p14:tracePt t="21469" x="6407150" y="5678488"/>
          <p14:tracePt t="21476" x="6343650" y="5665788"/>
          <p14:tracePt t="21483" x="6292850" y="5661025"/>
          <p14:tracePt t="21490" x="6242050" y="5654675"/>
          <p14:tracePt t="21497" x="6196013" y="5654675"/>
          <p14:tracePt t="21504" x="6149975" y="5643563"/>
          <p14:tracePt t="21511" x="6092825" y="5638800"/>
          <p14:tracePt t="21517" x="6013450" y="5621338"/>
          <p14:tracePt t="21525" x="5916613" y="5610225"/>
          <p14:tracePt t="21526" x="5881688" y="5603875"/>
          <p14:tracePt t="21527" x="5837238" y="5603875"/>
          <p14:tracePt t="21531" x="5762625" y="5597525"/>
          <p14:tracePt t="21538" x="5648325" y="5592763"/>
          <p14:tracePt t="21545" x="5529263" y="5586413"/>
          <p14:tracePt t="21553" x="5368925" y="5581650"/>
          <p14:tracePt t="21559" x="5199063" y="5581650"/>
          <p14:tracePt t="21566" x="4987925" y="5575300"/>
          <p14:tracePt t="21573" x="4799013" y="5568950"/>
          <p14:tracePt t="21580" x="4622800" y="5568950"/>
          <p14:tracePt t="21587" x="4468813" y="5568950"/>
          <p14:tracePt t="21601" x="4149725" y="5557838"/>
          <p14:tracePt t="21608" x="4029075" y="5553075"/>
          <p14:tracePt t="21615" x="3927475" y="5546725"/>
          <p14:tracePt t="21624" x="3824288" y="5535613"/>
          <p14:tracePt t="21633" x="3733800" y="5524500"/>
          <p14:tracePt t="21640" x="3687763" y="5518150"/>
          <p14:tracePt t="21648" x="3648075" y="5513388"/>
          <p14:tracePt t="21656" x="3619500" y="5507038"/>
          <p14:tracePt t="21665" x="3584575" y="5500688"/>
          <p14:tracePt t="21676" x="3540125" y="5489575"/>
          <p14:tracePt t="21686" x="3511550" y="5484813"/>
          <p14:tracePt t="21696" x="3471863" y="5484813"/>
          <p14:tracePt t="21704" x="3436938" y="5478463"/>
          <p14:tracePt t="21712" x="3390900" y="5478463"/>
          <p14:tracePt t="21717" x="3357563" y="5478463"/>
          <p14:tracePt t="21725" x="3305175" y="5478463"/>
          <p14:tracePt t="21736" x="3214688" y="5467350"/>
          <p14:tracePt t="21744" x="3152775" y="5467350"/>
          <p14:tracePt t="21749" x="3106738" y="5467350"/>
          <p14:tracePt t="21755" x="3049588" y="5467350"/>
          <p14:tracePt t="21760" x="2998788" y="5467350"/>
          <p14:tracePt t="21767" x="2924175" y="5467350"/>
          <p14:tracePt t="21775" x="2849563" y="5467350"/>
          <p14:tracePt t="21782" x="2763838" y="5472113"/>
          <p14:tracePt t="21795" x="2593975" y="5472113"/>
          <p14:tracePt t="21802" x="2519363" y="5478463"/>
          <p14:tracePt t="21809" x="2444750" y="5484813"/>
          <p14:tracePt t="21816" x="2400300" y="5484813"/>
          <p14:tracePt t="21823" x="2354263" y="5484813"/>
          <p14:tracePt t="21837" x="2286000" y="5478463"/>
          <p14:tracePt t="21845" x="2262188" y="5478463"/>
          <p14:tracePt t="21846" x="2257425" y="5472113"/>
          <p14:tracePt t="21851" x="2246313" y="5472113"/>
          <p14:tracePt t="21858" x="2239963" y="5472113"/>
          <p14:tracePt t="21901" x="2233613" y="5472113"/>
          <p14:tracePt t="21912" x="2228850" y="5472113"/>
          <p14:tracePt t="21915" x="2222500" y="5472113"/>
          <p14:tracePt t="21920" x="2217738" y="5472113"/>
          <p14:tracePt t="21927" x="2200275" y="5472113"/>
          <p14:tracePt t="21934" x="2182813" y="5472113"/>
          <p14:tracePt t="21941" x="2154238" y="5472113"/>
          <p14:tracePt t="21948" x="2120900" y="5467350"/>
          <p14:tracePt t="21955" x="2085975" y="5467350"/>
          <p14:tracePt t="21962" x="2052638" y="5461000"/>
          <p14:tracePt t="21969" x="2006600" y="5461000"/>
          <p14:tracePt t="21976" x="1971675" y="5456238"/>
          <p14:tracePt t="21983" x="1927225" y="5456238"/>
          <p14:tracePt t="21990" x="1885950" y="5449888"/>
          <p14:tracePt t="21996" x="1846263" y="5449888"/>
          <p14:tracePt t="22004" x="1806575" y="5449888"/>
          <p14:tracePt t="22010" x="1773238" y="5449888"/>
          <p14:tracePt t="22017" x="1733550" y="5449888"/>
          <p14:tracePt t="22024" x="1692275" y="5449888"/>
          <p14:tracePt t="22031" x="1658938" y="5449888"/>
          <p14:tracePt t="22038" x="1612900" y="5449888"/>
          <p14:tracePt t="22045" x="1566863" y="5449888"/>
          <p14:tracePt t="22052" x="1533525" y="5449888"/>
          <p14:tracePt t="22059" x="1487488" y="5449888"/>
          <p14:tracePt t="22073" x="1408113" y="5443538"/>
          <p14:tracePt t="22080" x="1373188" y="5443538"/>
          <p14:tracePt t="22087" x="1328738" y="5443538"/>
          <p14:tracePt t="22088" x="1316038" y="5443538"/>
          <p14:tracePt t="22089" x="1311275" y="5443538"/>
          <p14:tracePt t="22089" x="1304925" y="5443538"/>
          <p14:tracePt t="22094" x="1282700" y="5443538"/>
          <p14:tracePt t="22108" x="1196975" y="5443538"/>
          <p14:tracePt t="22115" x="1150938" y="5443538"/>
          <p14:tracePt t="22121" x="1093788" y="5449888"/>
          <p14:tracePt t="22136" x="957263" y="5461000"/>
          <p14:tracePt t="22150" x="820738" y="5478463"/>
          <p14:tracePt t="22151" x="803275" y="5478463"/>
          <p14:tracePt t="22152" x="798513" y="5484813"/>
          <p14:tracePt t="22153" x="785813" y="5484813"/>
          <p14:tracePt t="22153" x="781050" y="5484813"/>
          <p14:tracePt t="22156" x="769938" y="5484813"/>
          <p14:tracePt t="22170" x="684213" y="5495925"/>
          <p14:tracePt t="22171" x="673100" y="5500688"/>
          <p14:tracePt t="22177" x="649288" y="5500688"/>
          <p14:tracePt t="22184" x="627063" y="5507038"/>
          <p14:tracePt t="22191" x="604838" y="5518150"/>
          <p14:tracePt t="22205" x="563563" y="5535613"/>
          <p14:tracePt t="22212" x="552450" y="5546725"/>
          <p14:tracePt t="22219" x="541338" y="5553075"/>
          <p14:tracePt t="22226" x="523875" y="5564188"/>
          <p14:tracePt t="22240" x="501650" y="5592763"/>
          <p14:tracePt t="22247" x="490538" y="5603875"/>
          <p14:tracePt t="22248" x="484188" y="5610225"/>
          <p14:tracePt t="22262" x="461963" y="5638800"/>
          <p14:tracePt t="22268" x="461963" y="5649913"/>
          <p14:tracePt t="22282" x="450850" y="5665788"/>
          <p14:tracePt t="22283" x="444500" y="5672138"/>
          <p14:tracePt t="22288" x="444500" y="5678488"/>
          <p14:tracePt t="22296" x="438150" y="5683250"/>
          <p14:tracePt t="22305" x="433388" y="5700713"/>
          <p14:tracePt t="22313" x="433388" y="5711825"/>
          <p14:tracePt t="22320" x="433388" y="5722938"/>
          <p14:tracePt t="22327" x="427038" y="5729288"/>
          <p14:tracePt t="22335" x="427038" y="5746750"/>
          <p14:tracePt t="22340" x="427038" y="5751513"/>
          <p14:tracePt t="22346" x="427038" y="5764213"/>
          <p14:tracePt t="22352" x="427038" y="5768975"/>
          <p14:tracePt t="22362" x="427038" y="5791200"/>
          <p14:tracePt t="22368" x="427038" y="5797550"/>
          <p14:tracePt t="22374" x="427038" y="5815013"/>
          <p14:tracePt t="22379" x="427038" y="5819775"/>
          <p14:tracePt t="22385" x="427038" y="5837238"/>
          <p14:tracePt t="22392" x="427038" y="5843588"/>
          <p14:tracePt t="22399" x="427038" y="5848350"/>
          <p14:tracePt t="22406" x="427038" y="5861050"/>
          <p14:tracePt t="22413" x="427038" y="5865813"/>
          <p14:tracePt t="22421" x="427038" y="5872163"/>
          <p14:tracePt t="22427" x="433388" y="5883275"/>
          <p14:tracePt t="22441" x="461963" y="5922963"/>
          <p14:tracePt t="22448" x="484188" y="5940425"/>
          <p14:tracePt t="22455" x="512763" y="5969000"/>
          <p14:tracePt t="22462" x="552450" y="5986463"/>
          <p14:tracePt t="22469" x="592138" y="6008688"/>
          <p14:tracePt t="22476" x="633413" y="6019800"/>
          <p14:tracePt t="22478" x="655638" y="6026150"/>
          <p14:tracePt t="22479" x="660400" y="6026150"/>
          <p14:tracePt t="22480" x="666750" y="6030913"/>
          <p14:tracePt t="22482" x="684213" y="6030913"/>
          <p14:tracePt t="22490" x="741363" y="6042025"/>
          <p14:tracePt t="22496" x="809625" y="6042025"/>
          <p14:tracePt t="22503" x="871538" y="6042025"/>
          <p14:tracePt t="22510" x="939800" y="6042025"/>
          <p14:tracePt t="22517" x="1003300" y="6042025"/>
          <p14:tracePt t="22524" x="1077913" y="6042025"/>
          <p14:tracePt t="22531" x="1150938" y="6042025"/>
          <p14:tracePt t="22538" x="1219200" y="6042025"/>
          <p14:tracePt t="22545" x="1300163" y="6042025"/>
          <p14:tracePt t="22552" x="1368425" y="6037263"/>
          <p14:tracePt t="22559" x="1430338" y="6037263"/>
          <p14:tracePt t="22566" x="1493838" y="6042025"/>
          <p14:tracePt t="22573" x="1544638" y="6048375"/>
          <p14:tracePt t="22580" x="1590675" y="6054725"/>
          <p14:tracePt t="22581" x="1608138" y="6059488"/>
          <p14:tracePt t="22582" x="1612900" y="6065838"/>
          <p14:tracePt t="22583" x="1619250" y="6065838"/>
          <p14:tracePt t="22587" x="1635125" y="6070600"/>
          <p14:tracePt t="22594" x="1698625" y="6088063"/>
          <p14:tracePt t="22595" x="1716088" y="6094413"/>
          <p14:tracePt t="22601" x="1755775" y="6111875"/>
          <p14:tracePt t="22608" x="1841500" y="6134100"/>
          <p14:tracePt t="22609" x="1874838" y="6145213"/>
          <p14:tracePt t="22610" x="1885950" y="6145213"/>
          <p14:tracePt t="22611" x="1898650" y="6151563"/>
          <p14:tracePt t="22612" x="1909763" y="6156325"/>
          <p14:tracePt t="22614" x="1938338" y="6162675"/>
          <p14:tracePt t="22622" x="2052638" y="6191250"/>
          <p14:tracePt t="22623" x="2085975" y="6202363"/>
          <p14:tracePt t="22624" x="2103438" y="6202363"/>
          <p14:tracePt t="22629" x="2171700" y="6213475"/>
          <p14:tracePt t="22635" x="2314575" y="6248400"/>
          <p14:tracePt t="22642" x="2455863" y="6270625"/>
          <p14:tracePt t="22649" x="2605088" y="6299200"/>
          <p14:tracePt t="22663" x="2878138" y="6334125"/>
          <p14:tracePt t="22670" x="3014663" y="6350000"/>
          <p14:tracePt t="22677" x="3135313" y="6362700"/>
          <p14:tracePt t="22684" x="3260725" y="6384925"/>
          <p14:tracePt t="22691" x="3368675" y="6407150"/>
          <p14:tracePt t="22698" x="3471863" y="6424613"/>
          <p14:tracePt t="22705" x="3573463" y="6442075"/>
          <p14:tracePt t="22712" x="3676650" y="6459538"/>
          <p14:tracePt t="22719" x="3767138" y="6470650"/>
          <p14:tracePt t="22726" x="3859213" y="6481763"/>
          <p14:tracePt t="22733" x="3932238" y="6488113"/>
          <p14:tracePt t="22740" x="4017963" y="6499225"/>
          <p14:tracePt t="22747" x="4110038" y="6503988"/>
          <p14:tracePt t="22754" x="4229100" y="6510338"/>
          <p14:tracePt t="22761" x="4343400" y="6521450"/>
          <p14:tracePt t="22767" x="4451350" y="6532563"/>
          <p14:tracePt t="22775" x="4565650" y="6538913"/>
          <p14:tracePt t="22781" x="4713288" y="6543675"/>
          <p14:tracePt t="22788" x="4862513" y="6550025"/>
          <p14:tracePt t="22795" x="4981575" y="6550025"/>
          <p14:tracePt t="22802" x="5146675" y="6550025"/>
          <p14:tracePt t="22809" x="5278438" y="6550025"/>
          <p14:tracePt t="22816" x="5403850" y="6543675"/>
          <p14:tracePt t="22823" x="5529263" y="6538913"/>
          <p14:tracePt t="22830" x="5626100" y="6532563"/>
          <p14:tracePt t="22837" x="5716588" y="6521450"/>
          <p14:tracePt t="22851" x="5881688" y="6510338"/>
          <p14:tracePt t="22858" x="5956300" y="6499225"/>
          <p14:tracePt t="22865" x="6030913" y="6488113"/>
          <p14:tracePt t="22872" x="6099175" y="6475413"/>
          <p14:tracePt t="22880" x="6207125" y="6459538"/>
          <p14:tracePt t="22887" x="6292850" y="6442075"/>
          <p14:tracePt t="22892" x="6367463" y="6430963"/>
          <p14:tracePt t="22907" x="6537325" y="6396038"/>
          <p14:tracePt t="22916" x="6629400" y="6384925"/>
          <p14:tracePt t="22925" x="6737350" y="6367463"/>
          <p14:tracePt t="22935" x="6851650" y="6350000"/>
          <p14:tracePt t="22939" x="6880225" y="6345238"/>
          <p14:tracePt t="22942" x="6891338" y="6345238"/>
          <p14:tracePt t="22945" x="6953250" y="6338888"/>
          <p14:tracePt t="22947" x="6970713" y="6334125"/>
          <p14:tracePt t="22950" x="6999288" y="6327775"/>
          <p14:tracePt t="22952" x="7021513" y="6327775"/>
          <p14:tracePt t="22955" x="7027863" y="6327775"/>
          <p14:tracePt t="22959" x="7078663" y="6316663"/>
          <p14:tracePt t="22961" x="7096125" y="6316663"/>
          <p14:tracePt t="22966" x="7131050" y="6310313"/>
          <p14:tracePt t="22969" x="7146925" y="6305550"/>
          <p14:tracePt t="22972" x="7153275" y="6305550"/>
          <p14:tracePt t="22978" x="7216775" y="6292850"/>
          <p14:tracePt t="22981" x="7232650" y="6288088"/>
          <p14:tracePt t="22983" x="7243763" y="6281738"/>
          <p14:tracePt t="22986" x="7250113" y="6281738"/>
          <p14:tracePt t="22990" x="7285038" y="6276975"/>
          <p14:tracePt t="22991" x="7289800" y="6276975"/>
          <p14:tracePt t="22993" x="7300913" y="6270625"/>
          <p14:tracePt t="22998" x="7318375" y="6265863"/>
          <p14:tracePt t="23001" x="7329488" y="6265863"/>
          <p14:tracePt t="23007" x="7346950" y="6265863"/>
          <p14:tracePt t="23013" x="7364413" y="6253163"/>
          <p14:tracePt t="23020" x="7375525" y="6253163"/>
          <p14:tracePt t="23026" x="7386638" y="6248400"/>
          <p14:tracePt t="23032" x="7392988" y="6248400"/>
          <p14:tracePt t="23038" x="7397750" y="6242050"/>
          <p14:tracePt t="23046" x="7404100" y="6237288"/>
          <p14:tracePt t="23053" x="7415213" y="6230938"/>
          <p14:tracePt t="23061" x="7421563" y="6219825"/>
          <p14:tracePt t="23067" x="7432675" y="6208713"/>
          <p14:tracePt t="23074" x="7443788" y="6196013"/>
          <p14:tracePt t="23082" x="7461250" y="6180138"/>
          <p14:tracePt t="23090" x="7472363" y="6162675"/>
          <p14:tracePt t="23096" x="7483475" y="6151563"/>
          <p14:tracePt t="23104" x="7500938" y="6127750"/>
          <p14:tracePt t="23110" x="7518400" y="6111875"/>
          <p14:tracePt t="23115" x="7529513" y="6099175"/>
          <p14:tracePt t="23122" x="7535863" y="6088063"/>
          <p14:tracePt t="23128" x="7546975" y="6070600"/>
          <p14:tracePt t="23136" x="7551738" y="6065838"/>
          <p14:tracePt t="23142" x="7558088" y="6054725"/>
          <p14:tracePt t="23201" x="7558088" y="6048375"/>
          <p14:tracePt t="23206" x="7558088" y="6042025"/>
          <p14:tracePt t="23213" x="7564438" y="6030913"/>
          <p14:tracePt t="23217" x="7564438" y="6026150"/>
          <p14:tracePt t="23220" x="7569200" y="6019800"/>
          <p14:tracePt t="23226" x="7569200" y="6015038"/>
          <p14:tracePt t="23233" x="7575550" y="6002338"/>
          <p14:tracePt t="23240" x="7575550" y="5991225"/>
          <p14:tracePt t="23246" x="7580313" y="5980113"/>
          <p14:tracePt t="23253" x="7580313" y="5969000"/>
          <p14:tracePt t="23260" x="7580313" y="5957888"/>
          <p14:tracePt t="23267" x="7580313" y="5945188"/>
          <p14:tracePt t="23274" x="7580313" y="5934075"/>
          <p14:tracePt t="23281" x="7580313" y="5922963"/>
          <p14:tracePt t="23288" x="7580313" y="5911850"/>
          <p14:tracePt t="23295" x="7580313" y="5894388"/>
          <p14:tracePt t="23302" x="7569200" y="5876925"/>
          <p14:tracePt t="23309" x="7564438" y="5865813"/>
          <p14:tracePt t="23316" x="7546975" y="5848350"/>
          <p14:tracePt t="23323" x="7535863" y="5837238"/>
          <p14:tracePt t="23330" x="7523163" y="5826125"/>
          <p14:tracePt t="23337" x="7512050" y="5815013"/>
          <p14:tracePt t="23344" x="7500938" y="5808663"/>
          <p14:tracePt t="23345" x="7500938" y="5803900"/>
          <p14:tracePt t="23351" x="7489825" y="5803900"/>
          <p14:tracePt t="23358" x="7472363" y="5791200"/>
          <p14:tracePt t="23365" x="7454900" y="5780088"/>
          <p14:tracePt t="23372" x="7432675" y="5775325"/>
          <p14:tracePt t="23378" x="7415213" y="5764213"/>
          <p14:tracePt t="23386" x="7386638" y="5757863"/>
          <p14:tracePt t="23400" x="7324725" y="5740400"/>
          <p14:tracePt t="23401" x="7313613" y="5735638"/>
          <p14:tracePt t="23406" x="7296150" y="5735638"/>
          <p14:tracePt t="23413" x="7261225" y="5722938"/>
          <p14:tracePt t="23420" x="7221538" y="5718175"/>
          <p14:tracePt t="23427" x="7181850" y="5711825"/>
          <p14:tracePt t="23434" x="7135813" y="5711825"/>
          <p14:tracePt t="23441" x="7073900" y="5707063"/>
          <p14:tracePt t="23448" x="7021513" y="5700713"/>
          <p14:tracePt t="23455" x="6953250" y="5694363"/>
          <p14:tracePt t="23462" x="6884988" y="5694363"/>
          <p14:tracePt t="23469" x="6816725" y="5694363"/>
          <p14:tracePt t="23476" x="6748463" y="5694363"/>
          <p14:tracePt t="23483" x="6669088" y="5689600"/>
          <p14:tracePt t="23490" x="6577013" y="5689600"/>
          <p14:tracePt t="23497" x="6475413" y="5683250"/>
          <p14:tracePt t="23504" x="6367463" y="5683250"/>
          <p14:tracePt t="23511" x="6235700" y="5678488"/>
          <p14:tracePt t="23517" x="6092825" y="5661025"/>
          <p14:tracePt t="23525" x="5945188" y="5649913"/>
          <p14:tracePt t="23531" x="5802313" y="5626100"/>
          <p14:tracePt t="23539" x="5626100" y="5603875"/>
          <p14:tracePt t="23546" x="5437188" y="5568950"/>
          <p14:tracePt t="23554" x="5153025" y="5518150"/>
          <p14:tracePt t="23563" x="4833938" y="5456238"/>
          <p14:tracePt t="23570" x="4576763" y="5410200"/>
          <p14:tracePt t="23577" x="4337050" y="5364163"/>
          <p14:tracePt t="23584" x="4098925" y="5330825"/>
          <p14:tracePt t="23590" x="3863975" y="5295900"/>
          <p14:tracePt t="23596" x="3613150" y="5262563"/>
          <p14:tracePt t="23602" x="3390900" y="5227638"/>
          <p14:tracePt t="23608" x="3152775" y="5205413"/>
          <p14:tracePt t="23623" x="2638425" y="5170488"/>
          <p14:tracePt t="23629" x="2371725" y="5170488"/>
          <p14:tracePt t="23635" x="2189163" y="5170488"/>
          <p14:tracePt t="23642" x="1943100" y="5199063"/>
          <p14:tracePt t="23650" x="1749425" y="5227638"/>
          <p14:tracePt t="23656" x="1562100" y="5262563"/>
          <p14:tracePt t="23664" x="1390650" y="5289550"/>
          <p14:tracePt t="23677" x="1082675" y="5375275"/>
          <p14:tracePt t="23684" x="974725" y="5410200"/>
          <p14:tracePt t="23691" x="884238" y="5443538"/>
          <p14:tracePt t="23698" x="803275" y="5484813"/>
          <p14:tracePt t="23705" x="758825" y="5507038"/>
          <p14:tracePt t="23712" x="723900" y="5529263"/>
          <p14:tracePt t="23719" x="701675" y="5553075"/>
          <p14:tracePt t="23726" x="684213" y="5568950"/>
          <p14:tracePt t="23733" x="677863" y="5581650"/>
          <p14:tracePt t="23740" x="666750" y="5592763"/>
          <p14:tracePt t="23747" x="660400" y="5603875"/>
          <p14:tracePt t="23753" x="660400" y="5621338"/>
          <p14:tracePt t="23760" x="655638" y="5638800"/>
          <p14:tracePt t="23767" x="655638" y="5654675"/>
          <p14:tracePt t="23774" x="649288" y="5678488"/>
          <p14:tracePt t="23781" x="644525" y="5711825"/>
          <p14:tracePt t="23788" x="638175" y="5751513"/>
          <p14:tracePt t="23795" x="633413" y="5803900"/>
          <p14:tracePt t="23802" x="627063" y="5854700"/>
          <p14:tracePt t="23809" x="620713" y="5911850"/>
          <p14:tracePt t="23816" x="620713" y="5962650"/>
          <p14:tracePt t="23823" x="620713" y="5997575"/>
          <p14:tracePt t="23830" x="633413" y="6030913"/>
          <p14:tracePt t="23837" x="655638" y="6065838"/>
          <p14:tracePt t="23844" x="677863" y="6094413"/>
          <p14:tracePt t="23851" x="706438" y="6122988"/>
          <p14:tracePt t="23858" x="746125" y="6145213"/>
          <p14:tracePt t="23865" x="803275" y="6173788"/>
          <p14:tracePt t="23871" x="866775" y="6196013"/>
          <p14:tracePt t="23879" x="946150" y="6213475"/>
          <p14:tracePt t="23895" x="1231900" y="6224588"/>
          <p14:tracePt t="23900" x="1322388" y="6213475"/>
          <p14:tracePt t="23913" x="1652588" y="6122988"/>
          <p14:tracePt t="23914" x="1709738" y="6099175"/>
          <p14:tracePt t="23920" x="1852613" y="6048375"/>
          <p14:tracePt t="23927" x="2114550" y="5922963"/>
          <p14:tracePt t="23934" x="2400300" y="5757863"/>
          <p14:tracePt t="23941" x="2706688" y="5557838"/>
          <p14:tracePt t="23948" x="3009900" y="5364163"/>
          <p14:tracePt t="23955" x="3305175" y="5159375"/>
          <p14:tracePt t="23962" x="3597275" y="4913313"/>
          <p14:tracePt t="23969" x="3824288" y="4691063"/>
          <p14:tracePt t="23976" x="4046538" y="4440238"/>
          <p14:tracePt t="23983" x="4257675" y="4138613"/>
          <p14:tracePt t="23990" x="4475163" y="3773488"/>
          <p14:tracePt t="23997" x="4594225" y="3500438"/>
          <p14:tracePt t="24003" x="4730750" y="3157538"/>
          <p14:tracePt t="24011" x="4816475" y="2884488"/>
          <p14:tracePt t="24018" x="4884738" y="2587625"/>
          <p14:tracePt t="24024" x="4919663" y="2297113"/>
          <p14:tracePt t="24031" x="4941888" y="2046288"/>
          <p14:tracePt t="24039" x="4941888" y="1846263"/>
          <p14:tracePt t="24045" x="4941888" y="1641475"/>
          <p14:tracePt t="24052" x="4919663" y="1436688"/>
          <p14:tracePt t="24059" x="4878388" y="1276350"/>
          <p14:tracePt t="24066" x="4845050" y="1174750"/>
          <p14:tracePt t="24073" x="4805363" y="1071563"/>
          <p14:tracePt t="24080" x="4776788" y="992188"/>
          <p14:tracePt t="24087" x="4752975" y="935038"/>
          <p14:tracePt t="24094" x="4724400" y="889000"/>
          <p14:tracePt t="24101" x="4702175" y="855663"/>
          <p14:tracePt t="24108" x="4684713" y="827088"/>
          <p14:tracePt t="24115" x="4679950" y="815975"/>
          <p14:tracePt t="24122" x="4673600" y="803275"/>
          <p14:tracePt t="24129" x="4668838" y="792163"/>
          <p14:tracePt t="24136" x="4662488" y="774700"/>
          <p14:tracePt t="24142" x="4662488" y="758825"/>
          <p14:tracePt t="24150" x="4656138" y="746125"/>
          <p14:tracePt t="24156" x="4656138" y="723900"/>
          <p14:tracePt t="24163" x="4651375" y="706438"/>
          <p14:tracePt t="24170" x="4651375" y="684213"/>
          <p14:tracePt t="24177" x="4651375" y="649288"/>
          <p14:tracePt t="24184" x="4645025" y="615950"/>
          <p14:tracePt t="24191" x="4645025" y="576263"/>
          <p14:tracePt t="24198" x="4640263" y="530225"/>
          <p14:tracePt t="24205" x="4633913" y="484188"/>
          <p14:tracePt t="24212" x="4633913" y="444500"/>
          <p14:tracePt t="24219" x="4633913" y="393700"/>
          <p14:tracePt t="24226" x="4640263" y="347663"/>
          <p14:tracePt t="24233" x="4651375" y="307975"/>
          <p14:tracePt t="24240" x="4668838" y="261938"/>
          <p14:tracePt t="24247" x="4697413" y="200025"/>
          <p14:tracePt t="24254" x="4730750" y="147638"/>
          <p14:tracePt t="24261" x="4765675" y="90488"/>
          <p14:tracePt t="24267" x="4810125" y="3968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3600" b="0" i="0" u="none" strike="noStrike" baseline="0" dirty="0">
                <a:solidFill>
                  <a:srgbClr val="EC1C5A"/>
                </a:solidFill>
                <a:latin typeface="Calibri" panose="020F0502020204030204" pitchFamily="34" charset="0"/>
              </a:rPr>
              <a:t>Inteligência Artificial e Computacional</a:t>
            </a:r>
            <a:endParaRPr lang="pt-BR" sz="3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1396A5-8E90-6B4F-07E4-C61C73610EC2}"/>
              </a:ext>
            </a:extLst>
          </p:cNvPr>
          <p:cNvSpPr txBox="1"/>
          <p:nvPr/>
        </p:nvSpPr>
        <p:spPr>
          <a:xfrm>
            <a:off x="1154955" y="495300"/>
            <a:ext cx="6522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YOLO</a:t>
            </a:r>
          </a:p>
          <a:p>
            <a:r>
              <a:rPr lang="pt-BR" b="1" dirty="0"/>
              <a:t>Transformar em PowerPoint</a:t>
            </a:r>
          </a:p>
          <a:p>
            <a:r>
              <a:rPr lang="pt-BR" b="1" dirty="0"/>
              <a:t>Servidor em nuvem (</a:t>
            </a:r>
            <a:r>
              <a:rPr lang="pt-BR" b="1" dirty="0" err="1"/>
              <a:t>azure</a:t>
            </a:r>
            <a:r>
              <a:rPr lang="pt-BR" b="1" dirty="0"/>
              <a:t>)</a:t>
            </a:r>
          </a:p>
        </p:txBody>
      </p:sp>
      <p:pic>
        <p:nvPicPr>
          <p:cNvPr id="8" name="Áudio 7">
            <a:hlinkClick r:id="" action="ppaction://media"/>
            <a:extLst>
              <a:ext uri="{FF2B5EF4-FFF2-40B4-BE49-F238E27FC236}">
                <a16:creationId xmlns:a16="http://schemas.microsoft.com/office/drawing/2014/main" id="{4F4626B5-0D84-ECC8-07BB-ADE90117C4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397"/>
    </mc:Choice>
    <mc:Fallback>
      <p:transition spd="slow" advTm="463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838" x="5454650" y="3135313"/>
          <p14:tracePt t="23840" x="5454650" y="3124200"/>
          <p14:tracePt t="23846" x="5448300" y="3084513"/>
          <p14:tracePt t="23853" x="5426075" y="3003550"/>
          <p14:tracePt t="23859" x="5403850" y="2913063"/>
          <p14:tracePt t="23874" x="5335588" y="2708275"/>
          <p14:tracePt t="23892" x="5283200" y="2571750"/>
          <p14:tracePt t="23896" x="5283200" y="2565400"/>
          <p14:tracePt t="24070" x="5278438" y="2565400"/>
          <p14:tracePt t="24075" x="5272088" y="2565400"/>
          <p14:tracePt t="24076" x="5267325" y="2565400"/>
          <p14:tracePt t="24081" x="5260975" y="2565400"/>
          <p14:tracePt t="24083" x="5260975" y="2559050"/>
          <p14:tracePt t="24083" x="5254625" y="2559050"/>
          <p14:tracePt t="24095" x="5210175" y="2547938"/>
          <p14:tracePt t="24109" x="5056188" y="2490788"/>
          <p14:tracePt t="24117" x="4941888" y="2446338"/>
          <p14:tracePt t="24118" x="4895850" y="2422525"/>
          <p14:tracePt t="24118" x="4873625" y="2417763"/>
          <p14:tracePt t="24131" x="4622800" y="2303463"/>
          <p14:tracePt t="24132" x="4587875" y="2286000"/>
          <p14:tracePt t="24132" x="4572000" y="2274888"/>
          <p14:tracePt t="24137" x="4514850" y="2228850"/>
          <p14:tracePt t="24144" x="4451350" y="2138363"/>
          <p14:tracePt t="24151" x="4418013" y="2035175"/>
          <p14:tracePt t="24158" x="4418013" y="1909763"/>
          <p14:tracePt t="24166" x="4457700" y="1755775"/>
          <p14:tracePt t="24167" x="4497388" y="1652588"/>
          <p14:tracePt t="24167" x="4502150" y="1624013"/>
          <p14:tracePt t="24168" x="4519613" y="1590675"/>
          <p14:tracePt t="24169" x="4530725" y="1568450"/>
          <p14:tracePt t="24172" x="4537075" y="1562100"/>
          <p14:tracePt t="24186" x="4719638" y="1225550"/>
          <p14:tracePt t="24200" x="4873625" y="1025525"/>
          <p14:tracePt t="24207" x="4913313" y="992188"/>
          <p14:tracePt t="24214" x="4924425" y="992188"/>
          <p14:tracePt t="24220" x="4930775" y="992188"/>
          <p14:tracePt t="24585" x="4924425" y="992188"/>
          <p14:tracePt t="24617" x="4919663" y="992188"/>
          <p14:tracePt t="24622" x="4913313" y="992188"/>
          <p14:tracePt t="24624" x="4906963" y="992188"/>
          <p14:tracePt t="24630" x="4891088" y="992188"/>
          <p14:tracePt t="24645" x="4816475" y="992188"/>
          <p14:tracePt t="24651" x="4741863" y="992188"/>
          <p14:tracePt t="24658" x="4656138" y="992188"/>
          <p14:tracePt t="24672" x="4433888" y="985838"/>
          <p14:tracePt t="24673" x="4376738" y="985838"/>
          <p14:tracePt t="24674" x="4354513" y="985838"/>
          <p14:tracePt t="24679" x="4275138" y="985838"/>
          <p14:tracePt t="24685" x="4103688" y="981075"/>
          <p14:tracePt t="24693" x="3910013" y="981075"/>
          <p14:tracePt t="24707" x="3527425" y="981075"/>
          <p14:tracePt t="24708" x="3505200" y="981075"/>
          <p14:tracePt t="24709" x="3476625" y="981075"/>
          <p14:tracePt t="24710" x="3459163" y="981075"/>
          <p14:tracePt t="24710" x="3430588" y="981075"/>
          <p14:tracePt t="24713" x="3375025" y="981075"/>
          <p14:tracePt t="24728" x="3060700" y="992188"/>
          <p14:tracePt t="24742" x="2816225" y="992188"/>
          <p14:tracePt t="24755" x="2593975" y="985838"/>
          <p14:tracePt t="24762" x="2501900" y="968375"/>
          <p14:tracePt t="24776" x="2400300" y="946150"/>
          <p14:tracePt t="24783" x="2359025" y="935038"/>
          <p14:tracePt t="24790" x="2347913" y="928688"/>
          <p14:tracePt t="24837" x="2347913" y="923925"/>
          <p14:tracePt t="25237" x="2343150" y="923925"/>
          <p14:tracePt t="25243" x="2336800" y="923925"/>
          <p14:tracePt t="25245" x="2330450" y="923925"/>
          <p14:tracePt t="25248" x="2325688" y="923925"/>
          <p14:tracePt t="25256" x="2308225" y="928688"/>
          <p14:tracePt t="25257" x="2303463" y="928688"/>
          <p14:tracePt t="25257" x="2297113" y="928688"/>
          <p14:tracePt t="25269" x="2228850" y="941388"/>
          <p14:tracePt t="25276" x="2182813" y="952500"/>
          <p14:tracePt t="25283" x="2114550" y="957263"/>
          <p14:tracePt t="25297" x="1955800" y="963613"/>
          <p14:tracePt t="25311" x="1778000" y="963613"/>
          <p14:tracePt t="25312" x="1749425" y="963613"/>
          <p14:tracePt t="25318" x="1681163" y="963613"/>
          <p14:tracePt t="25319" x="1652588" y="963613"/>
          <p14:tracePt t="25332" x="1504950" y="957263"/>
          <p14:tracePt t="25346" x="1368425" y="946150"/>
          <p14:tracePt t="25347" x="1339850" y="946150"/>
          <p14:tracePt t="25360" x="1276350" y="941388"/>
          <p14:tracePt t="25373" x="1247775" y="935038"/>
          <p14:tracePt t="25380" x="1243013" y="935038"/>
          <p14:tracePt t="25387" x="1236663" y="935038"/>
          <p14:tracePt t="25655" x="1243013" y="935038"/>
          <p14:tracePt t="25660" x="1247775" y="935038"/>
          <p14:tracePt t="25666" x="1254125" y="935038"/>
          <p14:tracePt t="25671" x="1258888" y="935038"/>
          <p14:tracePt t="25679" x="1271588" y="935038"/>
          <p14:tracePt t="25686" x="1276350" y="935038"/>
          <p14:tracePt t="25700" x="1293813" y="935038"/>
          <p14:tracePt t="25701" x="1300163" y="935038"/>
          <p14:tracePt t="25707" x="1311275" y="946150"/>
          <p14:tracePt t="25708" x="1316038" y="946150"/>
          <p14:tracePt t="25721" x="1339850" y="952500"/>
          <p14:tracePt t="25735" x="1368425" y="957263"/>
          <p14:tracePt t="25749" x="1397000" y="968375"/>
          <p14:tracePt t="25755" x="1408113" y="974725"/>
          <p14:tracePt t="25762" x="1419225" y="974725"/>
          <p14:tracePt t="25769" x="1430338" y="974725"/>
          <p14:tracePt t="25776" x="1436688" y="974725"/>
          <p14:tracePt t="25814" x="1441450" y="974725"/>
          <p14:tracePt t="25854" x="1441450" y="981075"/>
          <p14:tracePt t="26172" x="1447800" y="981075"/>
          <p14:tracePt t="26174" x="1454150" y="981075"/>
          <p14:tracePt t="26179" x="1458913" y="981075"/>
          <p14:tracePt t="26186" x="1482725" y="981075"/>
          <p14:tracePt t="26200" x="1562100" y="981075"/>
          <p14:tracePt t="26206" x="1612900" y="992188"/>
          <p14:tracePt t="26214" x="1676400" y="1003300"/>
          <p14:tracePt t="26228" x="1863725" y="1038225"/>
          <p14:tracePt t="26228" x="1914525" y="1042988"/>
          <p14:tracePt t="26229" x="1931988" y="1049338"/>
          <p14:tracePt t="26234" x="1989138" y="1060450"/>
          <p14:tracePt t="26248" x="2222500" y="1089025"/>
          <p14:tracePt t="26255" x="2347913" y="1100138"/>
          <p14:tracePt t="26262" x="2490788" y="1111250"/>
          <p14:tracePt t="26263" x="2513013" y="1111250"/>
          <p14:tracePt t="26264" x="2530475" y="1111250"/>
          <p14:tracePt t="26269" x="2598738" y="1111250"/>
          <p14:tracePt t="26276" x="2695575" y="1111250"/>
          <p14:tracePt t="26283" x="2805113" y="1111250"/>
          <p14:tracePt t="26290" x="2895600" y="1111250"/>
          <p14:tracePt t="26304" x="3054350" y="1100138"/>
          <p14:tracePt t="26305" x="3071813" y="1093788"/>
          <p14:tracePt t="26311" x="3117850" y="1093788"/>
          <p14:tracePt t="26312" x="3128963" y="1089025"/>
          <p14:tracePt t="26313" x="3135313" y="1089025"/>
          <p14:tracePt t="26325" x="3192463" y="1077913"/>
          <p14:tracePt t="26326" x="3203575" y="1077913"/>
          <p14:tracePt t="26326" x="3208338" y="1077913"/>
          <p14:tracePt t="26327" x="3208338" y="1071563"/>
          <p14:tracePt t="26331" x="3221038" y="1066800"/>
          <p14:tracePt t="26339" x="3249613" y="1066800"/>
          <p14:tracePt t="26353" x="3289300" y="1060450"/>
          <p14:tracePt t="26359" x="3300413" y="1060450"/>
          <p14:tracePt t="26374" x="3317875" y="1054100"/>
          <p14:tracePt t="26382" x="3322638" y="1054100"/>
          <p14:tracePt t="26465" x="3328988" y="1054100"/>
          <p14:tracePt t="26482" x="3333750" y="1054100"/>
          <p14:tracePt t="26488" x="3340100" y="1054100"/>
          <p14:tracePt t="26493" x="3346450" y="1054100"/>
          <p14:tracePt t="26498" x="3362325" y="1054100"/>
          <p14:tracePt t="26505" x="3397250" y="1054100"/>
          <p14:tracePt t="26512" x="3448050" y="1054100"/>
          <p14:tracePt t="26527" x="3551238" y="1054100"/>
          <p14:tracePt t="26527" x="3573463" y="1054100"/>
          <p14:tracePt t="26533" x="3608388" y="1049338"/>
          <p14:tracePt t="26540" x="3665538" y="1042988"/>
          <p14:tracePt t="26547" x="3709988" y="1042988"/>
          <p14:tracePt t="26554" x="3756025" y="1038225"/>
          <p14:tracePt t="26568" x="3819525" y="1031875"/>
          <p14:tracePt t="26575" x="3841750" y="1031875"/>
          <p14:tracePt t="26582" x="3870325" y="1031875"/>
          <p14:tracePt t="26589" x="3887788" y="1025525"/>
          <p14:tracePt t="26596" x="3898900" y="1025525"/>
          <p14:tracePt t="26603" x="3910013" y="1025525"/>
          <p14:tracePt t="26617" x="3932238" y="1025525"/>
          <p14:tracePt t="35606" x="3927475" y="1025525"/>
          <p14:tracePt t="35611" x="3921125" y="1031875"/>
          <p14:tracePt t="35617" x="3903663" y="1038225"/>
          <p14:tracePt t="35631" x="3852863" y="1060450"/>
          <p14:tracePt t="35632" x="3841750" y="1066800"/>
          <p14:tracePt t="35633" x="3841750" y="1071563"/>
          <p14:tracePt t="35634" x="3830638" y="1071563"/>
          <p14:tracePt t="35634" x="3824288" y="1071563"/>
          <p14:tracePt t="35644" x="3773488" y="1100138"/>
          <p14:tracePt t="35646" x="3751263" y="1117600"/>
          <p14:tracePt t="35646" x="3744913" y="1117600"/>
          <p14:tracePt t="35651" x="3709988" y="1128713"/>
          <p14:tracePt t="35658" x="3659188" y="1150938"/>
          <p14:tracePt t="35665" x="3602038" y="1174750"/>
          <p14:tracePt t="35680" x="3487738" y="1214438"/>
          <p14:tracePt t="35681" x="3482975" y="1214438"/>
          <p14:tracePt t="35682" x="3471863" y="1219200"/>
          <p14:tracePt t="35684" x="3465513" y="1225550"/>
          <p14:tracePt t="35685" x="3454400" y="1225550"/>
          <p14:tracePt t="35693" x="3408363" y="1236663"/>
          <p14:tracePt t="35707" x="3300413" y="1265238"/>
          <p14:tracePt t="35721" x="3197225" y="1293813"/>
          <p14:tracePt t="35722" x="3186113" y="1293813"/>
          <p14:tracePt t="35722" x="3168650" y="1293813"/>
          <p14:tracePt t="35728" x="3135313" y="1304925"/>
          <p14:tracePt t="35735" x="3078163" y="1311275"/>
          <p14:tracePt t="35742" x="3003550" y="1322388"/>
          <p14:tracePt t="35748" x="2935288" y="1328738"/>
          <p14:tracePt t="35762" x="2792413" y="1333500"/>
          <p14:tracePt t="35769" x="2724150" y="1333500"/>
          <p14:tracePt t="35784" x="2587625" y="1333500"/>
          <p14:tracePt t="35797" x="2439988" y="1333500"/>
          <p14:tracePt t="35811" x="2319338" y="1328738"/>
          <p14:tracePt t="35825" x="2217738" y="1311275"/>
          <p14:tracePt t="35826" x="2206625" y="1304925"/>
          <p14:tracePt t="35827" x="2193925" y="1304925"/>
          <p14:tracePt t="35832" x="2182813" y="1304925"/>
          <p14:tracePt t="35839" x="2149475" y="1300163"/>
          <p14:tracePt t="35853" x="2097088" y="1289050"/>
          <p14:tracePt t="35859" x="2081213" y="1282700"/>
          <p14:tracePt t="35876" x="2052638" y="1276350"/>
          <p14:tracePt t="35877" x="2046288" y="1276350"/>
          <p14:tracePt t="35887" x="2028825" y="1271588"/>
          <p14:tracePt t="35901" x="2000250" y="1265238"/>
          <p14:tracePt t="35902" x="1995488" y="1265238"/>
          <p14:tracePt t="35916" x="1971675" y="1260475"/>
          <p14:tracePt t="35916" x="1960563" y="1260475"/>
          <p14:tracePt t="35929" x="1927225" y="1254125"/>
          <p14:tracePt t="35936" x="1909763" y="1247775"/>
          <p14:tracePt t="35950" x="1874838" y="1243013"/>
          <p14:tracePt t="35951" x="1870075" y="1243013"/>
          <p14:tracePt t="35964" x="1835150" y="1243013"/>
          <p14:tracePt t="35971" x="1817688" y="1236663"/>
          <p14:tracePt t="35985" x="1789113" y="1236663"/>
          <p14:tracePt t="35999" x="1778000" y="1236663"/>
          <p14:tracePt t="36000" x="1766888" y="1236663"/>
          <p14:tracePt t="36007" x="1760538" y="1236663"/>
          <p14:tracePt t="36019" x="1749425" y="1236663"/>
          <p14:tracePt t="36026" x="1733550" y="1236663"/>
          <p14:tracePt t="36040" x="1709738" y="1236663"/>
          <p14:tracePt t="36047" x="1692275" y="1236663"/>
          <p14:tracePt t="36061" x="1670050" y="1231900"/>
          <p14:tracePt t="36068" x="1658938" y="1231900"/>
          <p14:tracePt t="36082" x="1619250" y="1225550"/>
          <p14:tracePt t="36096" x="1573213" y="1219200"/>
          <p14:tracePt t="36110" x="1516063" y="1214438"/>
          <p14:tracePt t="36124" x="1441450" y="1214438"/>
          <p14:tracePt t="36137" x="1357313" y="1208088"/>
          <p14:tracePt t="36152" x="1287463" y="1208088"/>
          <p14:tracePt t="36152" x="1271588" y="1208088"/>
          <p14:tracePt t="36165" x="1219200" y="1208088"/>
          <p14:tracePt t="36179" x="1174750" y="1208088"/>
          <p14:tracePt t="36193" x="1157288" y="1208088"/>
          <p14:tracePt t="36455" x="1162050" y="1208088"/>
          <p14:tracePt t="36459" x="1168400" y="1208088"/>
          <p14:tracePt t="36464" x="1174750" y="1208088"/>
          <p14:tracePt t="36471" x="1196975" y="1208088"/>
          <p14:tracePt t="36485" x="1247775" y="1214438"/>
          <p14:tracePt t="36486" x="1258888" y="1214438"/>
          <p14:tracePt t="36491" x="1282700" y="1225550"/>
          <p14:tracePt t="36499" x="1316038" y="1231900"/>
          <p14:tracePt t="36500" x="1322388" y="1231900"/>
          <p14:tracePt t="36505" x="1350963" y="1236663"/>
          <p14:tracePt t="36513" x="1384300" y="1243013"/>
          <p14:tracePt t="36519" x="1419225" y="1247775"/>
          <p14:tracePt t="36526" x="1454150" y="1247775"/>
          <p14:tracePt t="36533" x="1482725" y="1260475"/>
          <p14:tracePt t="36547" x="1538288" y="1265238"/>
          <p14:tracePt t="36548" x="1544638" y="1271588"/>
          <p14:tracePt t="36561" x="1584325" y="1271588"/>
          <p14:tracePt t="36568" x="1601788" y="1282700"/>
          <p14:tracePt t="36575" x="1619250" y="1282700"/>
          <p14:tracePt t="36589" x="1647825" y="1289050"/>
          <p14:tracePt t="36596" x="1663700" y="1289050"/>
          <p14:tracePt t="36610" x="1698625" y="1293813"/>
          <p14:tracePt t="36624" x="1738313" y="1300163"/>
          <p14:tracePt t="36624" x="1744663" y="1300163"/>
          <p14:tracePt t="36630" x="1766888" y="1300163"/>
          <p14:tracePt t="36644" x="1835150" y="1300163"/>
          <p14:tracePt t="36651" x="1870075" y="1300163"/>
          <p14:tracePt t="36666" x="1943100" y="1300163"/>
          <p14:tracePt t="36667" x="1960563" y="1304925"/>
          <p14:tracePt t="36667" x="1966913" y="1304925"/>
          <p14:tracePt t="36672" x="1982788" y="1304925"/>
          <p14:tracePt t="36679" x="2011363" y="1304925"/>
          <p14:tracePt t="36686" x="2046288" y="1311275"/>
          <p14:tracePt t="36700" x="2108200" y="1317625"/>
          <p14:tracePt t="36714" x="2171700" y="1328738"/>
          <p14:tracePt t="36728" x="2222500" y="1333500"/>
          <p14:tracePt t="36729" x="2233613" y="1333500"/>
          <p14:tracePt t="36742" x="2274888" y="1333500"/>
          <p14:tracePt t="36743" x="2279650" y="1339850"/>
          <p14:tracePt t="36749" x="2290763" y="1339850"/>
          <p14:tracePt t="36755" x="2308225" y="1339850"/>
          <p14:tracePt t="36762" x="2330450" y="1339850"/>
          <p14:tracePt t="36778" x="2376488" y="1339850"/>
          <p14:tracePt t="36779" x="2393950" y="1339850"/>
          <p14:tracePt t="36780" x="2400300" y="1339850"/>
          <p14:tracePt t="36781" x="2405063" y="1339850"/>
          <p14:tracePt t="36782" x="2411413" y="1339850"/>
          <p14:tracePt t="36790" x="2455863" y="1344613"/>
          <p14:tracePt t="36804" x="2581275" y="1344613"/>
          <p14:tracePt t="36818" x="2752725" y="1344613"/>
          <p14:tracePt t="36825" x="2849563" y="1344613"/>
          <p14:tracePt t="36841" x="3106738" y="1350963"/>
          <p14:tracePt t="36848" x="3225800" y="1357313"/>
          <p14:tracePt t="36853" x="3328988" y="1357313"/>
          <p14:tracePt t="36859" x="3425825" y="1357313"/>
          <p14:tracePt t="36866" x="3544888" y="1357313"/>
          <p14:tracePt t="36876" x="3709988" y="1362075"/>
          <p14:tracePt t="36889" x="3898900" y="1362075"/>
          <p14:tracePt t="36902" x="4057650" y="1368425"/>
          <p14:tracePt t="36915" x="4200525" y="1373188"/>
          <p14:tracePt t="36929" x="4303713" y="1373188"/>
          <p14:tracePt t="36943" x="4349750" y="1373188"/>
          <p14:tracePt t="36957" x="4371975" y="1373188"/>
          <p14:tracePt t="36971" x="4389438" y="1373188"/>
          <p14:tracePt t="36985" x="4411663" y="1373188"/>
          <p14:tracePt t="36999" x="4433888" y="1373188"/>
          <p14:tracePt t="37005" x="4451350" y="1373188"/>
          <p14:tracePt t="37020" x="4462463" y="1368425"/>
          <p14:tracePt t="37033" x="4475163" y="1362075"/>
          <p14:tracePt t="37041" x="4479925" y="1357313"/>
          <p14:tracePt t="37207" x="4475163" y="1357313"/>
          <p14:tracePt t="37210" x="4468813" y="1357313"/>
          <p14:tracePt t="37216" x="4462463" y="1357313"/>
          <p14:tracePt t="37222" x="4457700" y="1357313"/>
          <p14:tracePt t="37235" x="4433888" y="1357313"/>
          <p14:tracePt t="37242" x="4411663" y="1357313"/>
          <p14:tracePt t="37249" x="4383088" y="1357313"/>
          <p14:tracePt t="37263" x="4279900" y="1357313"/>
          <p14:tracePt t="37264" x="4257675" y="1362075"/>
          <p14:tracePt t="37270" x="4224338" y="1368425"/>
          <p14:tracePt t="37271" x="4195763" y="1368425"/>
          <p14:tracePt t="37272" x="4178300" y="1368425"/>
          <p14:tracePt t="37276" x="4149725" y="1379538"/>
          <p14:tracePt t="37290" x="3989388" y="1397000"/>
          <p14:tracePt t="37297" x="3932238" y="1397000"/>
          <p14:tracePt t="37304" x="3887788" y="1397000"/>
          <p14:tracePt t="37311" x="3841750" y="1397000"/>
          <p14:tracePt t="37318" x="3795713" y="1401763"/>
          <p14:tracePt t="37325" x="3756025" y="1401763"/>
          <p14:tracePt t="37333" x="3709988" y="1401763"/>
          <p14:tracePt t="37334" x="3694113" y="1401763"/>
          <p14:tracePt t="37346" x="3636963" y="1401763"/>
          <p14:tracePt t="37353" x="3597275" y="1401763"/>
          <p14:tracePt t="37359" x="3562350" y="1408113"/>
          <p14:tracePt t="37367" x="3522663" y="1414463"/>
          <p14:tracePt t="37380" x="3454400" y="1419225"/>
          <p14:tracePt t="37387" x="3403600" y="1425575"/>
          <p14:tracePt t="37401" x="3294063" y="1443038"/>
          <p14:tracePt t="37417" x="3140075" y="1458913"/>
          <p14:tracePt t="37425" x="3049588" y="1465263"/>
          <p14:tracePt t="37433" x="2981325" y="1470025"/>
          <p14:tracePt t="37440" x="2924175" y="1470025"/>
          <p14:tracePt t="37446" x="2878138" y="1470025"/>
          <p14:tracePt t="37453" x="2832100" y="1470025"/>
          <p14:tracePt t="37458" x="2787650" y="1470025"/>
          <p14:tracePt t="37464" x="2735263" y="1465263"/>
          <p14:tracePt t="37471" x="2651125" y="1465263"/>
          <p14:tracePt t="37478" x="2565400" y="1458913"/>
          <p14:tracePt t="37486" x="2468563" y="1458913"/>
          <p14:tracePt t="37494" x="2336800" y="1454150"/>
          <p14:tracePt t="37500" x="2268538" y="1447800"/>
          <p14:tracePt t="37505" x="2193925" y="1443038"/>
          <p14:tracePt t="37512" x="2108200" y="1430338"/>
          <p14:tracePt t="37519" x="2024063" y="1425575"/>
          <p14:tracePt t="37526" x="1949450" y="1414463"/>
          <p14:tracePt t="37533" x="1874838" y="1397000"/>
          <p14:tracePt t="37540" x="1806575" y="1390650"/>
          <p14:tracePt t="37547" x="1744663" y="1385888"/>
          <p14:tracePt t="37554" x="1687513" y="1373188"/>
          <p14:tracePt t="37561" x="1647825" y="1368425"/>
          <p14:tracePt t="37568" x="1601788" y="1368425"/>
          <p14:tracePt t="37575" x="1566863" y="1362075"/>
          <p14:tracePt t="37582" x="1533525" y="1357313"/>
          <p14:tracePt t="37583" x="1516063" y="1357313"/>
          <p14:tracePt t="37589" x="1498600" y="1357313"/>
          <p14:tracePt t="37596" x="1476375" y="1350963"/>
          <p14:tracePt t="37610" x="1454150" y="1350963"/>
          <p14:tracePt t="37761" x="1458913" y="1350963"/>
          <p14:tracePt t="37763" x="1465263" y="1350963"/>
          <p14:tracePt t="37769" x="1470025" y="1344613"/>
          <p14:tracePt t="37776" x="1482725" y="1344613"/>
          <p14:tracePt t="37783" x="1498600" y="1339850"/>
          <p14:tracePt t="37798" x="1538288" y="1339850"/>
          <p14:tracePt t="37798" x="1550988" y="1333500"/>
          <p14:tracePt t="37799" x="1555750" y="1333500"/>
          <p14:tracePt t="37804" x="1573213" y="1333500"/>
          <p14:tracePt t="37818" x="1641475" y="1328738"/>
          <p14:tracePt t="37832" x="1716088" y="1328738"/>
          <p14:tracePt t="37833" x="1727200" y="1322388"/>
          <p14:tracePt t="37834" x="1738313" y="1322388"/>
          <p14:tracePt t="37846" x="1801813" y="1322388"/>
          <p14:tracePt t="37853" x="1830388" y="1322388"/>
          <p14:tracePt t="37859" x="1857375" y="1322388"/>
          <p14:tracePt t="37867" x="1881188" y="1322388"/>
          <p14:tracePt t="37880" x="1909763" y="1317625"/>
          <p14:tracePt t="37887" x="1920875" y="1317625"/>
          <p14:tracePt t="37894" x="1931988" y="1317625"/>
          <p14:tracePt t="37901" x="1949450" y="1317625"/>
          <p14:tracePt t="37908" x="1960563" y="1317625"/>
          <p14:tracePt t="37915" x="1978025" y="1317625"/>
          <p14:tracePt t="37922" x="2000250" y="1317625"/>
          <p14:tracePt t="37929" x="2035175" y="1317625"/>
          <p14:tracePt t="37936" x="2074863" y="1317625"/>
          <p14:tracePt t="37943" x="2125663" y="1317625"/>
          <p14:tracePt t="37950" x="2182813" y="1317625"/>
          <p14:tracePt t="37957" x="2239963" y="1317625"/>
          <p14:tracePt t="37964" x="2308225" y="1317625"/>
          <p14:tracePt t="37971" x="2376488" y="1317625"/>
          <p14:tracePt t="37978" x="2433638" y="1317625"/>
          <p14:tracePt t="37985" x="2484438" y="1317625"/>
          <p14:tracePt t="37992" x="2541588" y="1322388"/>
          <p14:tracePt t="37993" x="2559050" y="1322388"/>
          <p14:tracePt t="37994" x="2565400" y="1322388"/>
          <p14:tracePt t="37994" x="2576513" y="1322388"/>
          <p14:tracePt t="37998" x="2598738" y="1322388"/>
          <p14:tracePt t="38005" x="2644775" y="1322388"/>
          <p14:tracePt t="38013" x="2673350" y="1322388"/>
          <p14:tracePt t="38014" x="2695575" y="1322388"/>
          <p14:tracePt t="38015" x="2706688" y="1322388"/>
          <p14:tracePt t="38016" x="2713038" y="1322388"/>
          <p14:tracePt t="38019" x="2730500" y="1322388"/>
          <p14:tracePt t="38026" x="2781300" y="1322388"/>
          <p14:tracePt t="38033" x="2844800" y="1328738"/>
          <p14:tracePt t="38047" x="3049588" y="1328738"/>
          <p14:tracePt t="38062" x="3322638" y="1328738"/>
          <p14:tracePt t="38063" x="3390900" y="1328738"/>
          <p14:tracePt t="38063" x="3414713" y="1328738"/>
          <p14:tracePt t="38068" x="3494088" y="1328738"/>
          <p14:tracePt t="38075" x="3709988" y="1311275"/>
          <p14:tracePt t="38082" x="3898900" y="1300163"/>
          <p14:tracePt t="38089" x="4086225" y="1289050"/>
          <p14:tracePt t="38090" x="4143375" y="1289050"/>
          <p14:tracePt t="38091" x="4171950" y="1289050"/>
          <p14:tracePt t="38096" x="4303713" y="1289050"/>
          <p14:tracePt t="38110" x="4583113" y="1289050"/>
          <p14:tracePt t="38117" x="4662488" y="1289050"/>
          <p14:tracePt t="38123" x="4708525" y="1293813"/>
          <p14:tracePt t="38130" x="4719638" y="1293813"/>
          <p14:tracePt t="39842" x="4713288" y="1300163"/>
          <p14:tracePt t="39845" x="4708525" y="1300163"/>
          <p14:tracePt t="39847" x="4702175" y="1304925"/>
          <p14:tracePt t="39848" x="4697413" y="1311275"/>
          <p14:tracePt t="39848" x="4691063" y="1311275"/>
          <p14:tracePt t="39853" x="4679950" y="1322388"/>
          <p14:tracePt t="39860" x="4627563" y="1344613"/>
          <p14:tracePt t="39867" x="4572000" y="1379538"/>
          <p14:tracePt t="39879" x="4451350" y="1443038"/>
          <p14:tracePt t="39884" x="4394200" y="1470025"/>
          <p14:tracePt t="39885" x="4371975" y="1476375"/>
          <p14:tracePt t="39886" x="4354513" y="1487488"/>
          <p14:tracePt t="39887" x="4349750" y="1493838"/>
          <p14:tracePt t="39889" x="4332288" y="1493838"/>
          <p14:tracePt t="39903" x="4149725" y="1555750"/>
          <p14:tracePt t="39915" x="3916363" y="1608138"/>
          <p14:tracePt t="39922" x="3778250" y="1624013"/>
          <p14:tracePt t="39929" x="3597275" y="1647825"/>
          <p14:tracePt t="39936" x="3379788" y="1670050"/>
          <p14:tracePt t="39943" x="3157538" y="1681163"/>
          <p14:tracePt t="39950" x="2946400" y="1687513"/>
          <p14:tracePt t="39957" x="2679700" y="1687513"/>
          <p14:tracePt t="39964" x="2422525" y="1681163"/>
          <p14:tracePt t="39971" x="2206625" y="1665288"/>
          <p14:tracePt t="39977" x="1955800" y="1636713"/>
          <p14:tracePt t="39985" x="1760538" y="1612900"/>
          <p14:tracePt t="39986" x="1698625" y="1612900"/>
          <p14:tracePt t="39987" x="1658938" y="1612900"/>
          <p14:tracePt t="39999" x="1379538" y="1573213"/>
          <p14:tracePt t="40005" x="1225550" y="1550988"/>
          <p14:tracePt t="40013" x="1065213" y="1527175"/>
          <p14:tracePt t="40014" x="1036638" y="1522413"/>
          <p14:tracePt t="40014" x="1020763" y="1522413"/>
          <p14:tracePt t="40019" x="985838" y="1522413"/>
          <p14:tracePt t="40026" x="906463" y="1504950"/>
          <p14:tracePt t="40027" x="884238" y="1493838"/>
          <p14:tracePt t="40028" x="877888" y="1493838"/>
          <p14:tracePt t="40033" x="838200" y="1487488"/>
          <p14:tracePt t="40040" x="809625" y="1476375"/>
          <p14:tracePt t="40047" x="798513" y="1470025"/>
          <p14:tracePt t="40114" x="803275" y="1470025"/>
          <p14:tracePt t="40117" x="809625" y="1470025"/>
          <p14:tracePt t="40118" x="809625" y="1465263"/>
          <p14:tracePt t="40123" x="820738" y="1458913"/>
          <p14:tracePt t="40131" x="849313" y="1458913"/>
          <p14:tracePt t="40132" x="855663" y="1458913"/>
          <p14:tracePt t="40133" x="860425" y="1454150"/>
          <p14:tracePt t="40144" x="917575" y="1447800"/>
          <p14:tracePt t="40151" x="968375" y="1443038"/>
          <p14:tracePt t="40166" x="1106488" y="1419225"/>
          <p14:tracePt t="40167" x="1146175" y="1414463"/>
          <p14:tracePt t="40168" x="1157288" y="1414463"/>
          <p14:tracePt t="40169" x="1162050" y="1414463"/>
          <p14:tracePt t="40179" x="1258888" y="1401763"/>
          <p14:tracePt t="40180" x="1282700" y="1401763"/>
          <p14:tracePt t="40181" x="1293813" y="1401763"/>
          <p14:tracePt t="40194" x="1419225" y="1390650"/>
          <p14:tracePt t="40195" x="1436688" y="1385888"/>
          <p14:tracePt t="40195" x="1447800" y="1385888"/>
          <p14:tracePt t="40200" x="1470025" y="1385888"/>
          <p14:tracePt t="40214" x="1612900" y="1385888"/>
          <p14:tracePt t="40221" x="1692275" y="1385888"/>
          <p14:tracePt t="40235" x="1863725" y="1385888"/>
          <p14:tracePt t="40249" x="2057400" y="1397000"/>
          <p14:tracePt t="40262" x="2274888" y="1401763"/>
          <p14:tracePt t="40269" x="2354263" y="1401763"/>
          <p14:tracePt t="40276" x="2444750" y="1408113"/>
          <p14:tracePt t="40283" x="2541588" y="1414463"/>
          <p14:tracePt t="40290" x="2605088" y="1414463"/>
          <p14:tracePt t="40297" x="2655888" y="1414463"/>
          <p14:tracePt t="40304" x="2690813" y="1414463"/>
          <p14:tracePt t="40311" x="2713038" y="1414463"/>
          <p14:tracePt t="40325" x="2747963" y="1414463"/>
          <p14:tracePt t="40339" x="2770188" y="1414463"/>
          <p14:tracePt t="40353" x="2792413" y="1414463"/>
          <p14:tracePt t="40360" x="2805113" y="1414463"/>
          <p14:tracePt t="40367" x="2816225" y="1414463"/>
          <p14:tracePt t="40373" x="2827338" y="1414463"/>
          <p14:tracePt t="40380" x="2844800" y="1414463"/>
          <p14:tracePt t="40387" x="2860675" y="1414463"/>
          <p14:tracePt t="40394" x="2878138" y="1414463"/>
          <p14:tracePt t="40401" x="2906713" y="1414463"/>
          <p14:tracePt t="40409" x="2928938" y="1414463"/>
          <p14:tracePt t="40415" x="2952750" y="1414463"/>
          <p14:tracePt t="40422" x="2974975" y="1414463"/>
          <p14:tracePt t="40436" x="3021013" y="1414463"/>
          <p14:tracePt t="40450" x="3060700" y="1414463"/>
          <p14:tracePt t="40457" x="3078163" y="1414463"/>
          <p14:tracePt t="40464" x="3100388" y="1414463"/>
          <p14:tracePt t="40471" x="3111500" y="1414463"/>
          <p14:tracePt t="40478" x="3117850" y="1408113"/>
          <p14:tracePt t="40484" x="3124200" y="1408113"/>
          <p14:tracePt t="40492" x="3128963" y="1408113"/>
          <p14:tracePt t="40498" x="3135313" y="1408113"/>
          <p14:tracePt t="40505" x="3146425" y="1408113"/>
          <p14:tracePt t="40513" x="3152775" y="1408113"/>
          <p14:tracePt t="40513" x="3157538" y="1408113"/>
          <p14:tracePt t="40519" x="3157538" y="1401763"/>
          <p14:tracePt t="40526" x="3168650" y="1401763"/>
          <p14:tracePt t="40533" x="3179763" y="1401763"/>
          <p14:tracePt t="40540" x="3197225" y="1397000"/>
          <p14:tracePt t="40547" x="3221038" y="1397000"/>
          <p14:tracePt t="40554" x="3260725" y="1390650"/>
          <p14:tracePt t="40561" x="3294063" y="1379538"/>
          <p14:tracePt t="40568" x="3357563" y="1368425"/>
          <p14:tracePt t="40576" x="3408363" y="1368425"/>
          <p14:tracePt t="40576" x="3425825" y="1362075"/>
          <p14:tracePt t="40577" x="3430588" y="1362075"/>
          <p14:tracePt t="40589" x="3527425" y="1350963"/>
          <p14:tracePt t="40596" x="3584575" y="1350963"/>
          <p14:tracePt t="40603" x="3630613" y="1344613"/>
          <p14:tracePt t="40617" x="3705225" y="1339850"/>
          <p14:tracePt t="40617" x="3716338" y="1339850"/>
          <p14:tracePt t="40623" x="3744913" y="1339850"/>
          <p14:tracePt t="40630" x="3773488" y="1339850"/>
          <p14:tracePt t="40644" x="3806825" y="1339850"/>
          <p14:tracePt t="40651" x="3824288" y="1339850"/>
          <p14:tracePt t="40665" x="3848100" y="1339850"/>
          <p14:tracePt t="40672" x="3852863" y="1339850"/>
          <p14:tracePt t="40679" x="3859213" y="1339850"/>
          <p14:tracePt t="40687" x="3863975" y="1339850"/>
          <p14:tracePt t="40693" x="3870325" y="1339850"/>
          <p14:tracePt t="40700" x="3876675" y="1339850"/>
          <p14:tracePt t="40714" x="3887788" y="1339850"/>
          <p14:tracePt t="40728" x="3910013" y="1339850"/>
          <p14:tracePt t="40742" x="3932238" y="1339850"/>
          <p14:tracePt t="40755" x="3967163" y="1344613"/>
          <p14:tracePt t="40763" x="3989388" y="1350963"/>
          <p14:tracePt t="40776" x="4035425" y="1357313"/>
          <p14:tracePt t="40783" x="4064000" y="1357313"/>
          <p14:tracePt t="40790" x="4086225" y="1362075"/>
          <p14:tracePt t="40805" x="4143375" y="1368425"/>
          <p14:tracePt t="40806" x="4160838" y="1368425"/>
          <p14:tracePt t="40818" x="4217988" y="1368425"/>
          <p14:tracePt t="40832" x="4303713" y="1368425"/>
          <p14:tracePt t="40846" x="4418013" y="1368425"/>
          <p14:tracePt t="40853" x="4479925" y="1368425"/>
          <p14:tracePt t="40863" x="4572000" y="1373188"/>
          <p14:tracePt t="40871" x="4651375" y="1373188"/>
          <p14:tracePt t="40878" x="4713288" y="1373188"/>
          <p14:tracePt t="40885" x="4781550" y="1373188"/>
          <p14:tracePt t="40892" x="4833938" y="1373188"/>
          <p14:tracePt t="40899" x="4878388" y="1373188"/>
          <p14:tracePt t="40904" x="4913313" y="1373188"/>
          <p14:tracePt t="40910" x="4948238" y="1373188"/>
          <p14:tracePt t="40918" x="4992688" y="1373188"/>
          <p14:tracePt t="40929" x="5045075" y="1373188"/>
          <p14:tracePt t="40936" x="5073650" y="1373188"/>
          <p14:tracePt t="40943" x="5089525" y="1373188"/>
          <p14:tracePt t="40950" x="5100638" y="1373188"/>
          <p14:tracePt t="40957" x="5113338" y="1373188"/>
          <p14:tracePt t="43162" x="5118100" y="1373188"/>
          <p14:tracePt t="43167" x="5124450" y="1373188"/>
          <p14:tracePt t="43173" x="5129213" y="1368425"/>
          <p14:tracePt t="43180" x="5170488" y="1339850"/>
          <p14:tracePt t="43189" x="5232400" y="1293813"/>
          <p14:tracePt t="43197" x="5311775" y="1243013"/>
          <p14:tracePt t="43205" x="5408613" y="1192213"/>
          <p14:tracePt t="43212" x="5472113" y="1157288"/>
          <p14:tracePt t="43219" x="5546725" y="1122363"/>
          <p14:tracePt t="43224" x="5591175" y="1106488"/>
          <p14:tracePt t="43230" x="5637213" y="1082675"/>
          <p14:tracePt t="43236" x="5676900" y="1066800"/>
          <p14:tracePt t="43246" x="5745163" y="1025525"/>
          <p14:tracePt t="43253" x="5784850" y="996950"/>
          <p14:tracePt t="43259" x="5837238" y="968375"/>
          <p14:tracePt t="43264" x="5870575" y="952500"/>
          <p14:tracePt t="43276" x="5938838" y="906463"/>
          <p14:tracePt t="43283" x="5973763" y="877888"/>
          <p14:tracePt t="43290" x="6002338" y="855663"/>
          <p14:tracePt t="43297" x="6024563" y="838200"/>
          <p14:tracePt t="43304" x="6042025" y="820738"/>
          <p14:tracePt t="43311" x="6053138" y="798513"/>
          <p14:tracePt t="43318" x="6070600" y="763588"/>
          <p14:tracePt t="43325" x="6088063" y="730250"/>
          <p14:tracePt t="43339" x="6110288" y="661988"/>
          <p14:tracePt t="43353" x="6116638" y="587375"/>
          <p14:tracePt t="43367" x="6103938" y="473075"/>
          <p14:tracePt t="43380" x="6035675" y="296863"/>
          <p14:tracePt t="43381" x="6035675" y="279400"/>
          <p14:tracePt t="43387" x="5978525" y="193675"/>
          <p14:tracePt t="43401" x="5876925" y="5080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248</TotalTime>
  <Words>64</Words>
  <Application>Microsoft Office PowerPoint</Application>
  <PresentationFormat>Widescreen</PresentationFormat>
  <Paragraphs>17</Paragraphs>
  <Slides>7</Slides>
  <Notes>0</Notes>
  <HiddenSlides>0</HiddenSlides>
  <MMClips>7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Calibri</vt:lpstr>
      <vt:lpstr>Century Gothic</vt:lpstr>
      <vt:lpstr>Wingdings 3</vt:lpstr>
      <vt:lpstr>Íon</vt:lpstr>
      <vt:lpstr>Apresentação do PowerPoint</vt:lpstr>
      <vt:lpstr>Nosso projeto</vt:lpstr>
      <vt:lpstr>Apresentação do PowerPoint</vt:lpstr>
      <vt:lpstr>Apresentação do PowerPoint</vt:lpstr>
      <vt:lpstr>Apresentação do PowerPoint</vt:lpstr>
      <vt:lpstr>Apresentação do PowerPoint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4</cp:revision>
  <dcterms:created xsi:type="dcterms:W3CDTF">2024-05-18T22:22:41Z</dcterms:created>
  <dcterms:modified xsi:type="dcterms:W3CDTF">2024-09-29T19:22:46Z</dcterms:modified>
</cp:coreProperties>
</file>